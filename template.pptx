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3FE6A5C-59B2-4692-9664-566D95B7BE3A}">
          <p14:sldIdLst>
            <p14:sldId id="267"/>
          </p14:sldIdLst>
        </p14:section>
        <p14:section name="삭제" id="{09B5B7D5-40DF-498B-B0A9-EB12FF129D4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906" userDrawn="1">
          <p15:clr>
            <a:srgbClr val="A4A3A4"/>
          </p15:clr>
        </p15:guide>
        <p15:guide id="2" pos="302" userDrawn="1">
          <p15:clr>
            <a:srgbClr val="A4A3A4"/>
          </p15:clr>
        </p15:guide>
        <p15:guide id="3" pos="7378" userDrawn="1">
          <p15:clr>
            <a:srgbClr val="A4A3A4"/>
          </p15:clr>
        </p15:guide>
        <p15:guide id="4" orient="horz" pos="4315" userDrawn="1">
          <p15:clr>
            <a:srgbClr val="A4A3A4"/>
          </p15:clr>
        </p15:guide>
        <p15:guide id="5" orient="horz" pos="4110" userDrawn="1">
          <p15:clr>
            <a:srgbClr val="A4A3A4"/>
          </p15:clr>
        </p15:guide>
        <p15:guide id="6" pos="7174" userDrawn="1">
          <p15:clr>
            <a:srgbClr val="A4A3A4"/>
          </p15:clr>
        </p15:guide>
        <p15:guide id="7" pos="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1"/>
    <a:srgbClr val="0000DA"/>
    <a:srgbClr val="0000FF"/>
    <a:srgbClr val="0E3B68"/>
    <a:srgbClr val="2E9E4F"/>
    <a:srgbClr val="C0392B"/>
    <a:srgbClr val="2E7D32"/>
    <a:srgbClr val="E67E22"/>
    <a:srgbClr val="6666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CCF49E-208F-4D3D-8C17-5BFCDAC3890C}" v="1" dt="2026-07-09T01:06:34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056" y="43"/>
      </p:cViewPr>
      <p:guideLst>
        <p:guide orient="horz" pos="3906"/>
        <p:guide pos="302"/>
        <p:guide pos="7378"/>
        <p:guide orient="horz" pos="4315"/>
        <p:guide orient="horz" pos="4110"/>
        <p:guide pos="7174"/>
        <p:guide pos="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용일(Kim, Yongil) / 건축·주택마케팅팀(yikim2@gsenc.com)" userId="ec9d7f48-810d-4a84-b2c9-e69fe597daf0" providerId="ADAL" clId="{19EE22C1-D5AF-411B-8525-92EB131707F2}"/>
    <pc:docChg chg="undo custSel addSld modSld addSection modSection">
      <pc:chgData name="김용일(Kim, Yongil) / 건축·주택마케팅팀(yikim2@gsenc.com)" userId="ec9d7f48-810d-4a84-b2c9-e69fe597daf0" providerId="ADAL" clId="{19EE22C1-D5AF-411B-8525-92EB131707F2}" dt="2026-07-06T02:03:07.603" v="4664" actId="1037"/>
      <pc:docMkLst>
        <pc:docMk/>
      </pc:docMkLst>
      <pc:sldChg chg="addSp delSp modSp mod">
        <pc:chgData name="김용일(Kim, Yongil) / 건축·주택마케팅팀(yikim2@gsenc.com)" userId="ec9d7f48-810d-4a84-b2c9-e69fe597daf0" providerId="ADAL" clId="{19EE22C1-D5AF-411B-8525-92EB131707F2}" dt="2026-07-01T04:11:09.896" v="1569" actId="478"/>
        <pc:sldMkLst>
          <pc:docMk/>
          <pc:sldMk cId="1863897233" sldId="266"/>
        </pc:sldMkLst>
        <pc:spChg chg="add mod">
          <ac:chgData name="김용일(Kim, Yongil) / 건축·주택마케팅팀(yikim2@gsenc.com)" userId="ec9d7f48-810d-4a84-b2c9-e69fe597daf0" providerId="ADAL" clId="{19EE22C1-D5AF-411B-8525-92EB131707F2}" dt="2026-07-01T04:11:07.825" v="1568" actId="571"/>
          <ac:spMkLst>
            <pc:docMk/>
            <pc:sldMk cId="1863897233" sldId="266"/>
            <ac:spMk id="5" creationId="{BDC980DE-F7BA-C109-7B0E-327FEB58624A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1T04:11:07.825" v="1568" actId="571"/>
          <ac:spMkLst>
            <pc:docMk/>
            <pc:sldMk cId="1863897233" sldId="266"/>
            <ac:spMk id="67" creationId="{387F4D9D-D447-6886-5894-4C9CEF823AF5}"/>
          </ac:spMkLst>
        </pc:spChg>
      </pc:sldChg>
      <pc:sldChg chg="addSp delSp modSp mod">
        <pc:chgData name="김용일(Kim, Yongil) / 건축·주택마케팅팀(yikim2@gsenc.com)" userId="ec9d7f48-810d-4a84-b2c9-e69fe597daf0" providerId="ADAL" clId="{19EE22C1-D5AF-411B-8525-92EB131707F2}" dt="2026-07-06T02:03:07.603" v="4664" actId="1037"/>
        <pc:sldMkLst>
          <pc:docMk/>
          <pc:sldMk cId="3177191812" sldId="267"/>
        </pc:sldMkLst>
        <pc:spChg chg="mod">
          <ac:chgData name="김용일(Kim, Yongil) / 건축·주택마케팅팀(yikim2@gsenc.com)" userId="ec9d7f48-810d-4a84-b2c9-e69fe597daf0" providerId="ADAL" clId="{19EE22C1-D5AF-411B-8525-92EB131707F2}" dt="2026-07-01T05:18:21.105" v="2716" actId="1076"/>
          <ac:spMkLst>
            <pc:docMk/>
            <pc:sldMk cId="3177191812" sldId="267"/>
            <ac:spMk id="2" creationId="{E59F1DD0-6AC6-4BA6-1E0A-7836CA5BE981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18:21.105" v="2716" actId="1076"/>
          <ac:spMkLst>
            <pc:docMk/>
            <pc:sldMk cId="3177191812" sldId="267"/>
            <ac:spMk id="3" creationId="{5C180B39-CE07-AFCD-77F0-238020095264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3T01:33:38.427" v="4369" actId="20577"/>
          <ac:spMkLst>
            <pc:docMk/>
            <pc:sldMk cId="3177191812" sldId="267"/>
            <ac:spMk id="6" creationId="{2BDA89C4-DAF3-4D73-1853-EDFA8801E55B}"/>
          </ac:spMkLst>
        </pc:spChg>
        <pc:spChg chg="del mod">
          <ac:chgData name="김용일(Kim, Yongil) / 건축·주택마케팅팀(yikim2@gsenc.com)" userId="ec9d7f48-810d-4a84-b2c9-e69fe597daf0" providerId="ADAL" clId="{19EE22C1-D5AF-411B-8525-92EB131707F2}" dt="2026-07-06T01:44:25.099" v="4479" actId="478"/>
          <ac:spMkLst>
            <pc:docMk/>
            <pc:sldMk cId="3177191812" sldId="267"/>
            <ac:spMk id="7" creationId="{3ABB7260-3AE7-BBEE-AA98-89B15147EFA3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6T01:45:37.397" v="4494" actId="14100"/>
          <ac:spMkLst>
            <pc:docMk/>
            <pc:sldMk cId="3177191812" sldId="267"/>
            <ac:spMk id="8" creationId="{C3576BEE-1212-CF88-4151-9377221C792D}"/>
          </ac:spMkLst>
        </pc:spChg>
        <pc:spChg chg="mod ord">
          <ac:chgData name="김용일(Kim, Yongil) / 건축·주택마케팅팀(yikim2@gsenc.com)" userId="ec9d7f48-810d-4a84-b2c9-e69fe597daf0" providerId="ADAL" clId="{19EE22C1-D5AF-411B-8525-92EB131707F2}" dt="2026-07-06T01:42:29.200" v="4464" actId="14100"/>
          <ac:spMkLst>
            <pc:docMk/>
            <pc:sldMk cId="3177191812" sldId="267"/>
            <ac:spMk id="10" creationId="{01DA7BEF-30D7-53AE-5176-39FFE1A89199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6T01:41:29.384" v="4456" actId="207"/>
          <ac:spMkLst>
            <pc:docMk/>
            <pc:sldMk cId="3177191812" sldId="267"/>
            <ac:spMk id="12" creationId="{0597C3F8-8124-354F-0B9E-F8E5F1C3697B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6:59:52.278" v="2950" actId="20577"/>
          <ac:spMkLst>
            <pc:docMk/>
            <pc:sldMk cId="3177191812" sldId="267"/>
            <ac:spMk id="15" creationId="{C47D4CD6-3295-6A3B-2AD8-54D7FC37A7DF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3T01:33:01.718" v="4337" actId="20577"/>
          <ac:spMkLst>
            <pc:docMk/>
            <pc:sldMk cId="3177191812" sldId="267"/>
            <ac:spMk id="20" creationId="{78AF0ED8-715E-A7AC-EDB2-7BAFAA3949AA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18:28.120" v="2717" actId="1076"/>
          <ac:spMkLst>
            <pc:docMk/>
            <pc:sldMk cId="3177191812" sldId="267"/>
            <ac:spMk id="21" creationId="{53DEF213-F8BA-1A66-350F-45247B9426C4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18:28.120" v="2717" actId="1076"/>
          <ac:spMkLst>
            <pc:docMk/>
            <pc:sldMk cId="3177191812" sldId="267"/>
            <ac:spMk id="22" creationId="{C9ACE0F6-03CD-1A43-8F85-6DB6BF17A887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6T01:45:37.397" v="4494" actId="14100"/>
          <ac:spMkLst>
            <pc:docMk/>
            <pc:sldMk cId="3177191812" sldId="267"/>
            <ac:spMk id="24" creationId="{E5BC4A06-2CE4-BCA9-4E15-00C93CCC4228}"/>
          </ac:spMkLst>
        </pc:spChg>
        <pc:spChg chg="add del mod">
          <ac:chgData name="김용일(Kim, Yongil) / 건축·주택마케팅팀(yikim2@gsenc.com)" userId="ec9d7f48-810d-4a84-b2c9-e69fe597daf0" providerId="ADAL" clId="{19EE22C1-D5AF-411B-8525-92EB131707F2}" dt="2026-07-01T05:21:03.946" v="2743" actId="1076"/>
          <ac:spMkLst>
            <pc:docMk/>
            <pc:sldMk cId="3177191812" sldId="267"/>
            <ac:spMk id="25" creationId="{3481BC6F-8525-D5E4-E998-D451D8E5EFB6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6T01:57:15.073" v="4621" actId="1076"/>
          <ac:spMkLst>
            <pc:docMk/>
            <pc:sldMk cId="3177191812" sldId="267"/>
            <ac:spMk id="27" creationId="{FD16CC78-5F6B-DEAA-FE2B-53246F92CD9F}"/>
          </ac:spMkLst>
        </pc:spChg>
        <pc:spChg chg="add del mod">
          <ac:chgData name="김용일(Kim, Yongil) / 건축·주택마케팅팀(yikim2@gsenc.com)" userId="ec9d7f48-810d-4a84-b2c9-e69fe597daf0" providerId="ADAL" clId="{19EE22C1-D5AF-411B-8525-92EB131707F2}" dt="2026-07-06T01:46:31.739" v="4501" actId="478"/>
          <ac:spMkLst>
            <pc:docMk/>
            <pc:sldMk cId="3177191812" sldId="267"/>
            <ac:spMk id="31" creationId="{A51F91A8-C1AF-7135-6BF1-CD93D63B50AF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1T07:01:50.044" v="2972" actId="1076"/>
          <ac:spMkLst>
            <pc:docMk/>
            <pc:sldMk cId="3177191812" sldId="267"/>
            <ac:spMk id="32" creationId="{1B893BED-29B2-1D21-79FF-5A7DB7D67447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1T07:01:50.044" v="2972" actId="1076"/>
          <ac:spMkLst>
            <pc:docMk/>
            <pc:sldMk cId="3177191812" sldId="267"/>
            <ac:spMk id="33" creationId="{68566514-F999-EFF2-A65A-6128A052C452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3T01:33:25.547" v="4359" actId="14100"/>
          <ac:spMkLst>
            <pc:docMk/>
            <pc:sldMk cId="3177191812" sldId="267"/>
            <ac:spMk id="37" creationId="{A943D884-5D41-5A3B-48D1-D25B106E381D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1T05:01:20.299" v="2629" actId="20577"/>
          <ac:spMkLst>
            <pc:docMk/>
            <pc:sldMk cId="3177191812" sldId="267"/>
            <ac:spMk id="46" creationId="{5278AB17-DC0B-193B-85B7-0C9A02818C71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6T01:43:43.038" v="4468" actId="1076"/>
          <ac:spMkLst>
            <pc:docMk/>
            <pc:sldMk cId="3177191812" sldId="267"/>
            <ac:spMk id="50" creationId="{3682D7C8-E9DA-596D-0F1D-13F9F8809EE9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6T01:43:43.038" v="4468" actId="1076"/>
          <ac:spMkLst>
            <pc:docMk/>
            <pc:sldMk cId="3177191812" sldId="267"/>
            <ac:spMk id="51" creationId="{DA4E52E1-ECC2-433D-2356-FD974E3F98A2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05:55.300" v="2651"/>
          <ac:spMkLst>
            <pc:docMk/>
            <pc:sldMk cId="3177191812" sldId="267"/>
            <ac:spMk id="52" creationId="{07B53FFF-F5E8-0BCA-F433-1EA590C16577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05:55.300" v="2651"/>
          <ac:spMkLst>
            <pc:docMk/>
            <pc:sldMk cId="3177191812" sldId="267"/>
            <ac:spMk id="54" creationId="{2A13C267-FF7D-7951-EC57-32EB496B79B4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05:55.300" v="2651"/>
          <ac:spMkLst>
            <pc:docMk/>
            <pc:sldMk cId="3177191812" sldId="267"/>
            <ac:spMk id="55" creationId="{88BC0F27-C0C6-6C77-C11D-9A860B25A895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05:55.300" v="2651"/>
          <ac:spMkLst>
            <pc:docMk/>
            <pc:sldMk cId="3177191812" sldId="267"/>
            <ac:spMk id="56" creationId="{7529C4B5-CB75-884D-7A3A-F0F00A370F06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05:55.300" v="2651"/>
          <ac:spMkLst>
            <pc:docMk/>
            <pc:sldMk cId="3177191812" sldId="267"/>
            <ac:spMk id="57" creationId="{925977BB-B470-DAEE-C8DE-2652FF00DF23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05:55.300" v="2651"/>
          <ac:spMkLst>
            <pc:docMk/>
            <pc:sldMk cId="3177191812" sldId="267"/>
            <ac:spMk id="58" creationId="{D8A85053-3E0E-42F8-0CB9-ECC9454DB48C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1T07:01:50.044" v="2972" actId="1076"/>
          <ac:spMkLst>
            <pc:docMk/>
            <pc:sldMk cId="3177191812" sldId="267"/>
            <ac:spMk id="61" creationId="{2BE48DD5-F9D9-6F27-B971-45B3D7F6D3D8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1T07:01:50.044" v="2972" actId="1076"/>
          <ac:spMkLst>
            <pc:docMk/>
            <pc:sldMk cId="3177191812" sldId="267"/>
            <ac:spMk id="62" creationId="{41F227E8-9B0D-569B-AE25-50C619CE93D6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18:08.099" v="2715" actId="14100"/>
          <ac:spMkLst>
            <pc:docMk/>
            <pc:sldMk cId="3177191812" sldId="267"/>
            <ac:spMk id="63" creationId="{D00CE9DC-14EB-BC07-8777-904BED94EB6B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6T01:44:04.492" v="4476" actId="404"/>
          <ac:spMkLst>
            <pc:docMk/>
            <pc:sldMk cId="3177191812" sldId="267"/>
            <ac:spMk id="64" creationId="{264D0922-4F4B-5DDF-DECC-99449FC5B2B4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18:28.120" v="2717" actId="1076"/>
          <ac:spMkLst>
            <pc:docMk/>
            <pc:sldMk cId="3177191812" sldId="267"/>
            <ac:spMk id="67" creationId="{BCBEE71E-162E-4FE6-1955-BAF8CD3FBC3B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6-30T06:44:56.929" v="1362" actId="6549"/>
          <ac:spMkLst>
            <pc:docMk/>
            <pc:sldMk cId="3177191812" sldId="267"/>
            <ac:spMk id="70" creationId="{BC00FFF9-80A1-C81D-380C-B90FAD27477A}"/>
          </ac:spMkLst>
        </pc:spChg>
        <pc:spChg chg="mod topLvl">
          <ac:chgData name="김용일(Kim, Yongil) / 건축·주택마케팅팀(yikim2@gsenc.com)" userId="ec9d7f48-810d-4a84-b2c9-e69fe597daf0" providerId="ADAL" clId="{19EE22C1-D5AF-411B-8525-92EB131707F2}" dt="2026-07-06T02:03:07.603" v="4664" actId="1037"/>
          <ac:spMkLst>
            <pc:docMk/>
            <pc:sldMk cId="3177191812" sldId="267"/>
            <ac:spMk id="72" creationId="{A6884D7D-5B88-2736-D684-FF815A3A5979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6T01:44:32.762" v="4480" actId="1076"/>
          <ac:spMkLst>
            <pc:docMk/>
            <pc:sldMk cId="3177191812" sldId="267"/>
            <ac:spMk id="73" creationId="{B2616656-2AAB-CDC0-E93E-45FB802936E1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6T01:44:32.762" v="4480" actId="1076"/>
          <ac:spMkLst>
            <pc:docMk/>
            <pc:sldMk cId="3177191812" sldId="267"/>
            <ac:spMk id="74" creationId="{6E76A4D8-5237-A1CB-2262-DC136B51392B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6T01:44:32.762" v="4480" actId="1076"/>
          <ac:spMkLst>
            <pc:docMk/>
            <pc:sldMk cId="3177191812" sldId="267"/>
            <ac:spMk id="75" creationId="{FD1AD173-1213-F193-CB98-4D51B737478F}"/>
          </ac:spMkLst>
        </pc:spChg>
        <pc:spChg chg="add mod">
          <ac:chgData name="김용일(Kim, Yongil) / 건축·주택마케팅팀(yikim2@gsenc.com)" userId="ec9d7f48-810d-4a84-b2c9-e69fe597daf0" providerId="ADAL" clId="{19EE22C1-D5AF-411B-8525-92EB131707F2}" dt="2026-07-06T01:44:32.762" v="4480" actId="1076"/>
          <ac:spMkLst>
            <pc:docMk/>
            <pc:sldMk cId="3177191812" sldId="267"/>
            <ac:spMk id="78" creationId="{FE75EDB8-1C95-AB6C-E624-E37215AE070D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3T01:39:37.708" v="4449" actId="113"/>
          <ac:spMkLst>
            <pc:docMk/>
            <pc:sldMk cId="3177191812" sldId="267"/>
            <ac:spMk id="90" creationId="{14C59B02-BB9D-E310-80DB-1E27194C9D06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3T01:39:37.708" v="4449" actId="113"/>
          <ac:spMkLst>
            <pc:docMk/>
            <pc:sldMk cId="3177191812" sldId="267"/>
            <ac:spMk id="92" creationId="{8451A634-963A-A3A8-4428-AE822D3B8D3C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3T01:39:37.708" v="4449" actId="113"/>
          <ac:spMkLst>
            <pc:docMk/>
            <pc:sldMk cId="3177191812" sldId="267"/>
            <ac:spMk id="94" creationId="{7BC7AC59-2288-B2A3-9AC2-C6A042CBA508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18:03.753" v="2714" actId="1076"/>
          <ac:spMkLst>
            <pc:docMk/>
            <pc:sldMk cId="3177191812" sldId="267"/>
            <ac:spMk id="96" creationId="{AF5C5906-E3D1-4933-AFBF-0E290408B2FA}"/>
          </ac:spMkLst>
        </pc:spChg>
        <pc:spChg chg="mod">
          <ac:chgData name="김용일(Kim, Yongil) / 건축·주택마케팅팀(yikim2@gsenc.com)" userId="ec9d7f48-810d-4a84-b2c9-e69fe597daf0" providerId="ADAL" clId="{19EE22C1-D5AF-411B-8525-92EB131707F2}" dt="2026-07-01T05:05:08.755" v="2645" actId="1076"/>
          <ac:spMkLst>
            <pc:docMk/>
            <pc:sldMk cId="3177191812" sldId="267"/>
            <ac:spMk id="98" creationId="{DC18989C-390B-7F16-286A-DEC6297B3299}"/>
          </ac:spMkLst>
        </pc:spChg>
        <pc:grpChg chg="add mod">
          <ac:chgData name="김용일(Kim, Yongil) / 건축·주택마케팅팀(yikim2@gsenc.com)" userId="ec9d7f48-810d-4a84-b2c9-e69fe597daf0" providerId="ADAL" clId="{19EE22C1-D5AF-411B-8525-92EB131707F2}" dt="2026-07-01T06:59:56.975" v="2951" actId="1076"/>
          <ac:grpSpMkLst>
            <pc:docMk/>
            <pc:sldMk cId="3177191812" sldId="267"/>
            <ac:grpSpMk id="13" creationId="{13547824-B588-86A9-9660-B7C2D389FF4F}"/>
          </ac:grpSpMkLst>
        </pc:grpChg>
        <pc:grpChg chg="add mod">
          <ac:chgData name="김용일(Kim, Yongil) / 건축·주택마케팅팀(yikim2@gsenc.com)" userId="ec9d7f48-810d-4a84-b2c9-e69fe597daf0" providerId="ADAL" clId="{19EE22C1-D5AF-411B-8525-92EB131707F2}" dt="2026-07-01T07:00:00.132" v="2952" actId="1076"/>
          <ac:grpSpMkLst>
            <pc:docMk/>
            <pc:sldMk cId="3177191812" sldId="267"/>
            <ac:grpSpMk id="14" creationId="{3ED7F644-DAEF-70DC-99C1-454C78AF24BC}"/>
          </ac:grpSpMkLst>
        </pc:grpChg>
        <pc:grpChg chg="add mod">
          <ac:chgData name="김용일(Kim, Yongil) / 건축·주택마케팅팀(yikim2@gsenc.com)" userId="ec9d7f48-810d-4a84-b2c9-e69fe597daf0" providerId="ADAL" clId="{19EE22C1-D5AF-411B-8525-92EB131707F2}" dt="2026-07-01T07:00:18.707" v="2956" actId="1076"/>
          <ac:grpSpMkLst>
            <pc:docMk/>
            <pc:sldMk cId="3177191812" sldId="267"/>
            <ac:grpSpMk id="19" creationId="{D039D282-CFB0-2C6C-3116-74D357F25D93}"/>
          </ac:grpSpMkLst>
        </pc:grpChg>
        <pc:grpChg chg="add mod">
          <ac:chgData name="김용일(Kim, Yongil) / 건축·주택마케팅팀(yikim2@gsenc.com)" userId="ec9d7f48-810d-4a84-b2c9-e69fe597daf0" providerId="ADAL" clId="{19EE22C1-D5AF-411B-8525-92EB131707F2}" dt="2026-07-06T01:57:11.472" v="4619" actId="1076"/>
          <ac:grpSpMkLst>
            <pc:docMk/>
            <pc:sldMk cId="3177191812" sldId="267"/>
            <ac:grpSpMk id="26" creationId="{7640006D-2DF7-13CC-1BA2-99565E199ED1}"/>
          </ac:grpSpMkLst>
        </pc:grpChg>
        <pc:grpChg chg="add mod">
          <ac:chgData name="김용일(Kim, Yongil) / 건축·주택마케팅팀(yikim2@gsenc.com)" userId="ec9d7f48-810d-4a84-b2c9-e69fe597daf0" providerId="ADAL" clId="{19EE22C1-D5AF-411B-8525-92EB131707F2}" dt="2026-07-01T07:07:59.468" v="3383" actId="1076"/>
          <ac:grpSpMkLst>
            <pc:docMk/>
            <pc:sldMk cId="3177191812" sldId="267"/>
            <ac:grpSpMk id="36" creationId="{7D5F50B1-002C-9595-3FDB-E82CC96CEBD4}"/>
          </ac:grpSpMkLst>
        </pc:grpChg>
        <pc:grpChg chg="add del mod">
          <ac:chgData name="김용일(Kim, Yongil) / 건축·주택마케팅팀(yikim2@gsenc.com)" userId="ec9d7f48-810d-4a84-b2c9-e69fe597daf0" providerId="ADAL" clId="{19EE22C1-D5AF-411B-8525-92EB131707F2}" dt="2026-07-06T02:02:40.832" v="4646" actId="478"/>
          <ac:grpSpMkLst>
            <pc:docMk/>
            <pc:sldMk cId="3177191812" sldId="267"/>
            <ac:grpSpMk id="41" creationId="{3D6E7924-0BE9-7183-7F34-58A02A199E5D}"/>
          </ac:grpSpMkLst>
        </pc:grpChg>
        <pc:grpChg chg="add mod">
          <ac:chgData name="김용일(Kim, Yongil) / 건축·주택마케팅팀(yikim2@gsenc.com)" userId="ec9d7f48-810d-4a84-b2c9-e69fe597daf0" providerId="ADAL" clId="{19EE22C1-D5AF-411B-8525-92EB131707F2}" dt="2026-07-01T07:01:50.044" v="2972" actId="1076"/>
          <ac:grpSpMkLst>
            <pc:docMk/>
            <pc:sldMk cId="3177191812" sldId="267"/>
            <ac:grpSpMk id="49" creationId="{20482A45-41AD-0E64-0D11-12320F3C199A}"/>
          </ac:grpSpMkLst>
        </pc:grpChg>
        <pc:grpChg chg="mod">
          <ac:chgData name="김용일(Kim, Yongil) / 건축·주택마케팅팀(yikim2@gsenc.com)" userId="ec9d7f48-810d-4a84-b2c9-e69fe597daf0" providerId="ADAL" clId="{19EE22C1-D5AF-411B-8525-92EB131707F2}" dt="2026-07-01T05:04:40.562" v="2641" actId="14100"/>
          <ac:grpSpMkLst>
            <pc:docMk/>
            <pc:sldMk cId="3177191812" sldId="267"/>
            <ac:grpSpMk id="68" creationId="{6CEBC98C-2705-FFF3-3A7B-F23CAD46E013}"/>
          </ac:grpSpMkLst>
        </pc:grpChg>
        <pc:graphicFrameChg chg="mod modGraphic">
          <ac:chgData name="김용일(Kim, Yongil) / 건축·주택마케팅팀(yikim2@gsenc.com)" userId="ec9d7f48-810d-4a84-b2c9-e69fe597daf0" providerId="ADAL" clId="{19EE22C1-D5AF-411B-8525-92EB131707F2}" dt="2026-07-01T05:18:28.120" v="2717" actId="1076"/>
          <ac:graphicFrameMkLst>
            <pc:docMk/>
            <pc:sldMk cId="3177191812" sldId="267"/>
            <ac:graphicFrameMk id="5" creationId="{D7D873F2-D868-9137-7712-3ADF5E600F69}"/>
          </ac:graphicFrameMkLst>
        </pc:graphicFrameChg>
        <pc:graphicFrameChg chg="mod">
          <ac:chgData name="김용일(Kim, Yongil) / 건축·주택마케팅팀(yikim2@gsenc.com)" userId="ec9d7f48-810d-4a84-b2c9-e69fe597daf0" providerId="ADAL" clId="{19EE22C1-D5AF-411B-8525-92EB131707F2}" dt="2026-07-03T01:39:13.973" v="4433" actId="1076"/>
          <ac:graphicFrameMkLst>
            <pc:docMk/>
            <pc:sldMk cId="3177191812" sldId="267"/>
            <ac:graphicFrameMk id="11" creationId="{15666FB7-CA58-C874-9068-7AC3C6157A51}"/>
          </ac:graphicFrameMkLst>
        </pc:graphicFrameChg>
        <pc:graphicFrameChg chg="add mod modGraphic">
          <ac:chgData name="김용일(Kim, Yongil) / 건축·주택마케팅팀(yikim2@gsenc.com)" userId="ec9d7f48-810d-4a84-b2c9-e69fe597daf0" providerId="ADAL" clId="{19EE22C1-D5AF-411B-8525-92EB131707F2}" dt="2026-07-01T07:01:50.044" v="2972" actId="1076"/>
          <ac:graphicFrameMkLst>
            <pc:docMk/>
            <pc:sldMk cId="3177191812" sldId="267"/>
            <ac:graphicFrameMk id="48" creationId="{44588959-CDF4-AE04-E7DC-3233C63542F4}"/>
          </ac:graphicFrameMkLst>
        </pc:graphicFrameChg>
        <pc:graphicFrameChg chg="mod">
          <ac:chgData name="김용일(Kim, Yongil) / 건축·주택마케팅팀(yikim2@gsenc.com)" userId="ec9d7f48-810d-4a84-b2c9-e69fe597daf0" providerId="ADAL" clId="{19EE22C1-D5AF-411B-8525-92EB131707F2}" dt="2026-07-06T02:01:22.204" v="4625" actId="692"/>
          <ac:graphicFrameMkLst>
            <pc:docMk/>
            <pc:sldMk cId="3177191812" sldId="267"/>
            <ac:graphicFrameMk id="60" creationId="{C844CA87-2D4F-197A-13E4-3C024153E033}"/>
          </ac:graphicFrameMkLst>
        </pc:graphicFrameChg>
        <pc:graphicFrameChg chg="mod">
          <ac:chgData name="김용일(Kim, Yongil) / 건축·주택마케팅팀(yikim2@gsenc.com)" userId="ec9d7f48-810d-4a84-b2c9-e69fe597daf0" providerId="ADAL" clId="{19EE22C1-D5AF-411B-8525-92EB131707F2}" dt="2026-07-01T04:59:24.968" v="2073" actId="1076"/>
          <ac:graphicFrameMkLst>
            <pc:docMk/>
            <pc:sldMk cId="3177191812" sldId="267"/>
            <ac:graphicFrameMk id="77" creationId="{9402492F-87AD-E3C6-20DA-CBA800E56A09}"/>
          </ac:graphicFrameMkLst>
        </pc:graphicFrameChg>
        <pc:cxnChg chg="add mod">
          <ac:chgData name="김용일(Kim, Yongil) / 건축·주택마케팅팀(yikim2@gsenc.com)" userId="ec9d7f48-810d-4a84-b2c9-e69fe597daf0" providerId="ADAL" clId="{19EE22C1-D5AF-411B-8525-92EB131707F2}" dt="2026-07-01T06:59:30.661" v="2915" actId="164"/>
          <ac:cxnSpMkLst>
            <pc:docMk/>
            <pc:sldMk cId="3177191812" sldId="267"/>
            <ac:cxnSpMk id="9" creationId="{84208589-CEBC-D466-98F7-5944EC3B34CE}"/>
          </ac:cxnSpMkLst>
        </pc:cxnChg>
        <pc:cxnChg chg="mod">
          <ac:chgData name="김용일(Kim, Yongil) / 건축·주택마케팅팀(yikim2@gsenc.com)" userId="ec9d7f48-810d-4a84-b2c9-e69fe597daf0" providerId="ADAL" clId="{19EE22C1-D5AF-411B-8525-92EB131707F2}" dt="2026-07-01T06:59:47.100" v="2920" actId="14100"/>
          <ac:cxnSpMkLst>
            <pc:docMk/>
            <pc:sldMk cId="3177191812" sldId="267"/>
            <ac:cxnSpMk id="16" creationId="{9FEE44BA-E134-A1D7-90C2-C3403206DBE0}"/>
          </ac:cxnSpMkLst>
        </pc:cxnChg>
        <pc:cxnChg chg="mod">
          <ac:chgData name="김용일(Kim, Yongil) / 건축·주택마케팅팀(yikim2@gsenc.com)" userId="ec9d7f48-810d-4a84-b2c9-e69fe597daf0" providerId="ADAL" clId="{19EE22C1-D5AF-411B-8525-92EB131707F2}" dt="2026-07-03T01:32:42.683" v="4316" actId="14100"/>
          <ac:cxnSpMkLst>
            <pc:docMk/>
            <pc:sldMk cId="3177191812" sldId="267"/>
            <ac:cxnSpMk id="23" creationId="{6DE7527E-5C0C-D262-F749-04B67842518D}"/>
          </ac:cxnSpMkLst>
        </pc:cxnChg>
        <pc:cxnChg chg="mod">
          <ac:chgData name="김용일(Kim, Yongil) / 건축·주택마케팅팀(yikim2@gsenc.com)" userId="ec9d7f48-810d-4a84-b2c9-e69fe597daf0" providerId="ADAL" clId="{19EE22C1-D5AF-411B-8525-92EB131707F2}" dt="2026-07-06T01:57:15.073" v="4621" actId="1076"/>
          <ac:cxnSpMkLst>
            <pc:docMk/>
            <pc:sldMk cId="3177191812" sldId="267"/>
            <ac:cxnSpMk id="28" creationId="{E90EC539-9326-6100-D246-77006238BCEE}"/>
          </ac:cxnSpMkLst>
        </pc:cxnChg>
        <pc:cxnChg chg="mod">
          <ac:chgData name="김용일(Kim, Yongil) / 건축·주택마케팅팀(yikim2@gsenc.com)" userId="ec9d7f48-810d-4a84-b2c9-e69fe597daf0" providerId="ADAL" clId="{19EE22C1-D5AF-411B-8525-92EB131707F2}" dt="2026-07-03T01:33:25.547" v="4359" actId="14100"/>
          <ac:cxnSpMkLst>
            <pc:docMk/>
            <pc:sldMk cId="3177191812" sldId="267"/>
            <ac:cxnSpMk id="38" creationId="{66A8453B-8D9B-D156-668F-AAE5C89CB411}"/>
          </ac:cxnSpMkLst>
        </pc:cxnChg>
        <pc:cxnChg chg="del mod topLvl">
          <ac:chgData name="김용일(Kim, Yongil) / 건축·주택마케팅팀(yikim2@gsenc.com)" userId="ec9d7f48-810d-4a84-b2c9-e69fe597daf0" providerId="ADAL" clId="{19EE22C1-D5AF-411B-8525-92EB131707F2}" dt="2026-07-06T02:02:40.832" v="4646" actId="478"/>
          <ac:cxnSpMkLst>
            <pc:docMk/>
            <pc:sldMk cId="3177191812" sldId="267"/>
            <ac:cxnSpMk id="66" creationId="{9DCBB6C4-FF94-E728-A32D-F85388887F11}"/>
          </ac:cxnSpMkLst>
        </pc:cxnChg>
        <pc:cxnChg chg="add mod">
          <ac:chgData name="김용일(Kim, Yongil) / 건축·주택마케팅팀(yikim2@gsenc.com)" userId="ec9d7f48-810d-4a84-b2c9-e69fe597daf0" providerId="ADAL" clId="{19EE22C1-D5AF-411B-8525-92EB131707F2}" dt="2026-07-06T01:44:32.762" v="4480" actId="1076"/>
          <ac:cxnSpMkLst>
            <pc:docMk/>
            <pc:sldMk cId="3177191812" sldId="267"/>
            <ac:cxnSpMk id="76" creationId="{66060700-8D0A-6728-A44C-3E76B5872531}"/>
          </ac:cxnSpMkLst>
        </pc:cxnChg>
      </pc:sldChg>
      <pc:sldChg chg="addSp delSp modSp add mod">
        <pc:chgData name="김용일(Kim, Yongil) / 건축·주택마케팅팀(yikim2@gsenc.com)" userId="ec9d7f48-810d-4a84-b2c9-e69fe597daf0" providerId="ADAL" clId="{19EE22C1-D5AF-411B-8525-92EB131707F2}" dt="2026-07-01T06:57:08.638" v="2769" actId="22"/>
        <pc:sldMkLst>
          <pc:docMk/>
          <pc:sldMk cId="3494370982" sldId="268"/>
        </pc:sldMkLst>
        <pc:picChg chg="add">
          <ac:chgData name="김용일(Kim, Yongil) / 건축·주택마케팅팀(yikim2@gsenc.com)" userId="ec9d7f48-810d-4a84-b2c9-e69fe597daf0" providerId="ADAL" clId="{19EE22C1-D5AF-411B-8525-92EB131707F2}" dt="2026-07-01T06:57:08.638" v="2769" actId="22"/>
          <ac:picMkLst>
            <pc:docMk/>
            <pc:sldMk cId="3494370982" sldId="268"/>
            <ac:picMk id="26" creationId="{1D3F6AAE-870B-41CD-4394-31A580142FEB}"/>
          </ac:picMkLst>
        </pc:picChg>
        <pc:picChg chg="add">
          <ac:chgData name="김용일(Kim, Yongil) / 건축·주택마케팅팀(yikim2@gsenc.com)" userId="ec9d7f48-810d-4a84-b2c9-e69fe597daf0" providerId="ADAL" clId="{19EE22C1-D5AF-411B-8525-92EB131707F2}" dt="2026-07-01T06:57:08.638" v="2769" actId="22"/>
          <ac:picMkLst>
            <pc:docMk/>
            <pc:sldMk cId="3494370982" sldId="268"/>
            <ac:picMk id="29" creationId="{94CF4AD1-CE57-52E5-352C-0DD0DB5BDF3F}"/>
          </ac:picMkLst>
        </pc:picChg>
        <pc:picChg chg="add">
          <ac:chgData name="김용일(Kim, Yongil) / 건축·주택마케팅팀(yikim2@gsenc.com)" userId="ec9d7f48-810d-4a84-b2c9-e69fe597daf0" providerId="ADAL" clId="{19EE22C1-D5AF-411B-8525-92EB131707F2}" dt="2026-07-01T06:57:08.638" v="2769" actId="22"/>
          <ac:picMkLst>
            <pc:docMk/>
            <pc:sldMk cId="3494370982" sldId="268"/>
            <ac:picMk id="37" creationId="{16BCCDF8-C6C8-5EE0-37CC-B0396F871A0E}"/>
          </ac:picMkLst>
        </pc:picChg>
        <pc:picChg chg="mod">
          <ac:chgData name="김용일(Kim, Yongil) / 건축·주택마케팅팀(yikim2@gsenc.com)" userId="ec9d7f48-810d-4a84-b2c9-e69fe597daf0" providerId="ADAL" clId="{19EE22C1-D5AF-411B-8525-92EB131707F2}" dt="2026-07-01T04:50:56.700" v="2068" actId="1076"/>
          <ac:picMkLst>
            <pc:docMk/>
            <pc:sldMk cId="3494370982" sldId="268"/>
            <ac:picMk id="44" creationId="{DF9E3C26-CE58-551B-EC18-6470C0E032C1}"/>
          </ac:picMkLst>
        </pc:picChg>
      </pc:sldChg>
    </pc:docChg>
  </pc:docChgLst>
  <pc:docChgLst>
    <pc:chgData name="임성수(Lim, Seongsu) / 건축·주택마케팅팀(sslim02@gsenc.com)" userId="48633e66-9078-4fe9-aa26-5deefb875129" providerId="ADAL" clId="{82BB6C99-1B01-4B1B-B8FC-3873E4BCD586}"/>
    <pc:docChg chg="modSld">
      <pc:chgData name="임성수(Lim, Seongsu) / 건축·주택마케팅팀(sslim02@gsenc.com)" userId="48633e66-9078-4fe9-aa26-5deefb875129" providerId="ADAL" clId="{82BB6C99-1B01-4B1B-B8FC-3873E4BCD586}" dt="2026-07-09T01:09:23.856" v="7" actId="27918"/>
      <pc:docMkLst>
        <pc:docMk/>
      </pc:docMkLst>
      <pc:sldChg chg="mod">
        <pc:chgData name="임성수(Lim, Seongsu) / 건축·주택마케팅팀(sslim02@gsenc.com)" userId="48633e66-9078-4fe9-aa26-5deefb875129" providerId="ADAL" clId="{82BB6C99-1B01-4B1B-B8FC-3873E4BCD586}" dt="2026-07-09T01:09:23.856" v="7" actId="27918"/>
        <pc:sldMkLst>
          <pc:docMk/>
          <pc:sldMk cId="3177191812" sldId="267"/>
        </pc:sldMkLst>
      </pc:sldChg>
    </pc:docChg>
  </pc:docChgLst>
  <pc:docChgLst>
    <pc:chgData name="정주원(Jung, Joo-won) / 건축·주택마케팅팀(jwjung2@gsenc.com)" userId="e2087b30-db3f-45bb-9e1d-b876a236297f" providerId="ADAL" clId="{2D5AB722-2043-4B56-B259-123BC8B200B0}"/>
    <pc:docChg chg="undo custSel modSld">
      <pc:chgData name="정주원(Jung, Joo-won) / 건축·주택마케팅팀(jwjung2@gsenc.com)" userId="e2087b30-db3f-45bb-9e1d-b876a236297f" providerId="ADAL" clId="{2D5AB722-2043-4B56-B259-123BC8B200B0}" dt="2026-07-03T04:52:09.787" v="1713"/>
      <pc:docMkLst>
        <pc:docMk/>
      </pc:docMkLst>
      <pc:sldChg chg="addSp delSp modSp mod">
        <pc:chgData name="정주원(Jung, Joo-won) / 건축·주택마케팅팀(jwjung2@gsenc.com)" userId="e2087b30-db3f-45bb-9e1d-b876a236297f" providerId="ADAL" clId="{2D5AB722-2043-4B56-B259-123BC8B200B0}" dt="2026-07-03T04:52:09.787" v="1713"/>
        <pc:sldMkLst>
          <pc:docMk/>
          <pc:sldMk cId="3177191812" sldId="267"/>
        </pc:sldMkLst>
        <pc:spChg chg="add del mod">
          <ac:chgData name="정주원(Jung, Joo-won) / 건축·주택마케팅팀(jwjung2@gsenc.com)" userId="e2087b30-db3f-45bb-9e1d-b876a236297f" providerId="ADAL" clId="{2D5AB722-2043-4B56-B259-123BC8B200B0}" dt="2026-07-03T04:04:29.502" v="526" actId="14100"/>
          <ac:spMkLst>
            <pc:docMk/>
            <pc:sldMk cId="3177191812" sldId="267"/>
            <ac:spMk id="10" creationId="{01DA7BEF-30D7-53AE-5176-39FFE1A89199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41:44.222" v="1353" actId="1076"/>
          <ac:spMkLst>
            <pc:docMk/>
            <pc:sldMk cId="3177191812" sldId="267"/>
            <ac:spMk id="12" creationId="{0597C3F8-8124-354F-0B9E-F8E5F1C3697B}"/>
          </ac:spMkLst>
        </pc:spChg>
        <pc:spChg chg="mod">
          <ac:chgData name="정주원(Jung, Joo-won) / 건축·주택마케팅팀(jwjung2@gsenc.com)" userId="e2087b30-db3f-45bb-9e1d-b876a236297f" providerId="ADAL" clId="{2D5AB722-2043-4B56-B259-123BC8B200B0}" dt="2026-07-03T04:36:47.595" v="1338" actId="20577"/>
          <ac:spMkLst>
            <pc:docMk/>
            <pc:sldMk cId="3177191812" sldId="267"/>
            <ac:spMk id="15" creationId="{C47D4CD6-3295-6A3B-2AD8-54D7FC37A7DF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41:44.222" v="1353" actId="1076"/>
          <ac:spMkLst>
            <pc:docMk/>
            <pc:sldMk cId="3177191812" sldId="267"/>
            <ac:spMk id="17" creationId="{3881E392-8B64-CA52-8701-B78FCF17B0E2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25:06.581" v="1114" actId="1076"/>
          <ac:spMkLst>
            <pc:docMk/>
            <pc:sldMk cId="3177191812" sldId="267"/>
            <ac:spMk id="18" creationId="{79728871-FCC7-8CE2-362C-558F7E26A0B8}"/>
          </ac:spMkLst>
        </pc:spChg>
        <pc:spChg chg="mod">
          <ac:chgData name="정주원(Jung, Joo-won) / 건축·주택마케팅팀(jwjung2@gsenc.com)" userId="e2087b30-db3f-45bb-9e1d-b876a236297f" providerId="ADAL" clId="{2D5AB722-2043-4B56-B259-123BC8B200B0}" dt="2026-07-03T04:15:21.462" v="1049" actId="20577"/>
          <ac:spMkLst>
            <pc:docMk/>
            <pc:sldMk cId="3177191812" sldId="267"/>
            <ac:spMk id="22" creationId="{C9ACE0F6-03CD-1A43-8F85-6DB6BF17A887}"/>
          </ac:spMkLst>
        </pc:spChg>
        <pc:spChg chg="mod">
          <ac:chgData name="정주원(Jung, Joo-won) / 건축·주택마케팅팀(jwjung2@gsenc.com)" userId="e2087b30-db3f-45bb-9e1d-b876a236297f" providerId="ADAL" clId="{2D5AB722-2043-4B56-B259-123BC8B200B0}" dt="2026-07-03T04:49:08.725" v="1679" actId="1076"/>
          <ac:spMkLst>
            <pc:docMk/>
            <pc:sldMk cId="3177191812" sldId="267"/>
            <ac:spMk id="25" creationId="{3481BC6F-8525-D5E4-E998-D451D8E5EFB6}"/>
          </ac:spMkLst>
        </pc:spChg>
        <pc:spChg chg="mod">
          <ac:chgData name="정주원(Jung, Joo-won) / 건축·주택마케팅팀(jwjung2@gsenc.com)" userId="e2087b30-db3f-45bb-9e1d-b876a236297f" providerId="ADAL" clId="{2D5AB722-2043-4B56-B259-123BC8B200B0}" dt="2026-07-03T04:15:22.865" v="1050" actId="20577"/>
          <ac:spMkLst>
            <pc:docMk/>
            <pc:sldMk cId="3177191812" sldId="267"/>
            <ac:spMk id="51" creationId="{DA4E52E1-ECC2-433D-2356-FD974E3F98A2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50:28.284" v="1702" actId="20577"/>
          <ac:spMkLst>
            <pc:docMk/>
            <pc:sldMk cId="3177191812" sldId="267"/>
            <ac:spMk id="64" creationId="{264D0922-4F4B-5DDF-DECC-99449FC5B2B4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51:34.598" v="1708" actId="20577"/>
          <ac:spMkLst>
            <pc:docMk/>
            <pc:sldMk cId="3177191812" sldId="267"/>
            <ac:spMk id="72" creationId="{A6884D7D-5B88-2736-D684-FF815A3A5979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49:24.495" v="1682" actId="207"/>
          <ac:spMkLst>
            <pc:docMk/>
            <pc:sldMk cId="3177191812" sldId="267"/>
            <ac:spMk id="79" creationId="{3859B269-9D2F-8D9C-1D1D-8BE041BC29A9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49:26.769" v="1683" actId="207"/>
          <ac:spMkLst>
            <pc:docMk/>
            <pc:sldMk cId="3177191812" sldId="267"/>
            <ac:spMk id="80" creationId="{49B044D2-A45D-1CC9-3571-C72546E45796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49:28.887" v="1684" actId="207"/>
          <ac:spMkLst>
            <pc:docMk/>
            <pc:sldMk cId="3177191812" sldId="267"/>
            <ac:spMk id="81" creationId="{5D174578-0886-1C7B-FD76-C8BB990A1C73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49:30.922" v="1685" actId="207"/>
          <ac:spMkLst>
            <pc:docMk/>
            <pc:sldMk cId="3177191812" sldId="267"/>
            <ac:spMk id="82" creationId="{D7C261A1-5C0F-FBC1-6542-BD370D532AB9}"/>
          </ac:spMkLst>
        </pc:spChg>
        <pc:spChg chg="add mod">
          <ac:chgData name="정주원(Jung, Joo-won) / 건축·주택마케팅팀(jwjung2@gsenc.com)" userId="e2087b30-db3f-45bb-9e1d-b876a236297f" providerId="ADAL" clId="{2D5AB722-2043-4B56-B259-123BC8B200B0}" dt="2026-07-03T04:49:32.817" v="1686" actId="207"/>
          <ac:spMkLst>
            <pc:docMk/>
            <pc:sldMk cId="3177191812" sldId="267"/>
            <ac:spMk id="83" creationId="{2F9EC756-754D-BA02-5DCA-0A0A409D2F55}"/>
          </ac:spMkLst>
        </pc:spChg>
        <pc:graphicFrameChg chg="mod">
          <ac:chgData name="정주원(Jung, Joo-won) / 건축·주택마케팅팀(jwjung2@gsenc.com)" userId="e2087b30-db3f-45bb-9e1d-b876a236297f" providerId="ADAL" clId="{2D5AB722-2043-4B56-B259-123BC8B200B0}" dt="2026-07-03T04:41:02.049" v="1343" actId="14100"/>
          <ac:graphicFrameMkLst>
            <pc:docMk/>
            <pc:sldMk cId="3177191812" sldId="267"/>
            <ac:graphicFrameMk id="11" creationId="{15666FB7-CA58-C874-9068-7AC3C6157A51}"/>
          </ac:graphicFrameMkLst>
        </pc:graphicFrameChg>
        <pc:graphicFrameChg chg="add mod">
          <ac:chgData name="정주원(Jung, Joo-won) / 건축·주택마케팅팀(jwjung2@gsenc.com)" userId="e2087b30-db3f-45bb-9e1d-b876a236297f" providerId="ADAL" clId="{2D5AB722-2043-4B56-B259-123BC8B200B0}" dt="2026-07-03T04:52:09.787" v="1713"/>
          <ac:graphicFrameMkLst>
            <pc:docMk/>
            <pc:sldMk cId="3177191812" sldId="267"/>
            <ac:graphicFrameMk id="60" creationId="{C844CA87-2D4F-197A-13E4-3C024153E033}"/>
          </ac:graphicFrameMkLst>
        </pc:graphicFrameChg>
        <pc:cxnChg chg="add mod ord">
          <ac:chgData name="정주원(Jung, Joo-won) / 건축·주택마케팅팀(jwjung2@gsenc.com)" userId="e2087b30-db3f-45bb-9e1d-b876a236297f" providerId="ADAL" clId="{2D5AB722-2043-4B56-B259-123BC8B200B0}" dt="2026-07-03T04:13:41.436" v="1030" actId="692"/>
          <ac:cxnSpMkLst>
            <pc:docMk/>
            <pc:sldMk cId="3177191812" sldId="267"/>
            <ac:cxnSpMk id="66" creationId="{9DCBB6C4-FF94-E728-A32D-F85388887F11}"/>
          </ac:cxnSpMkLst>
        </pc:cxnChg>
      </pc:sldChg>
    </pc:docChg>
  </pc:docChgLst>
  <pc:docChgLst>
    <pc:chgData name="남윤석(Nam, Yoon-suk) / 건축·주택마케팅팀(ysnam@gsenc.com)" userId="ae2e94fa-422e-4f74-b9da-d6ff816b527e" providerId="ADAL" clId="{8AA6EF57-75F2-4111-8954-DF393CFAD2AE}"/>
    <pc:docChg chg="custSel modSld">
      <pc:chgData name="남윤석(Nam, Yoon-suk) / 건축·주택마케팅팀(ysnam@gsenc.com)" userId="ae2e94fa-422e-4f74-b9da-d6ff816b527e" providerId="ADAL" clId="{8AA6EF57-75F2-4111-8954-DF393CFAD2AE}" dt="2026-07-01T07:22:49.004" v="447" actId="20577"/>
      <pc:docMkLst>
        <pc:docMk/>
      </pc:docMkLst>
      <pc:sldChg chg="modSp mod">
        <pc:chgData name="남윤석(Nam, Yoon-suk) / 건축·주택마케팅팀(ysnam@gsenc.com)" userId="ae2e94fa-422e-4f74-b9da-d6ff816b527e" providerId="ADAL" clId="{8AA6EF57-75F2-4111-8954-DF393CFAD2AE}" dt="2026-07-01T07:22:49.004" v="447" actId="20577"/>
        <pc:sldMkLst>
          <pc:docMk/>
          <pc:sldMk cId="3177191812" sldId="267"/>
        </pc:sldMkLst>
        <pc:spChg chg="mod">
          <ac:chgData name="남윤석(Nam, Yoon-suk) / 건축·주택마케팅팀(ysnam@gsenc.com)" userId="ae2e94fa-422e-4f74-b9da-d6ff816b527e" providerId="ADAL" clId="{8AA6EF57-75F2-4111-8954-DF393CFAD2AE}" dt="2026-07-01T06:08:28.021" v="69" actId="20577"/>
          <ac:spMkLst>
            <pc:docMk/>
            <pc:sldMk cId="3177191812" sldId="267"/>
            <ac:spMk id="4" creationId="{B9A1AE17-CB5D-7622-FE88-D0150B996055}"/>
          </ac:spMkLst>
        </pc:spChg>
        <pc:spChg chg="mod">
          <ac:chgData name="남윤석(Nam, Yoon-suk) / 건축·주택마케팅팀(ysnam@gsenc.com)" userId="ae2e94fa-422e-4f74-b9da-d6ff816b527e" providerId="ADAL" clId="{8AA6EF57-75F2-4111-8954-DF393CFAD2AE}" dt="2026-07-01T07:22:49.004" v="447" actId="20577"/>
          <ac:spMkLst>
            <pc:docMk/>
            <pc:sldMk cId="3177191812" sldId="267"/>
            <ac:spMk id="20" creationId="{78AF0ED8-715E-A7AC-EDB2-7BAFAA3949AA}"/>
          </ac:spMkLst>
        </pc:spChg>
        <pc:spChg chg="mod">
          <ac:chgData name="남윤석(Nam, Yoon-suk) / 건축·주택마케팅팀(ysnam@gsenc.com)" userId="ae2e94fa-422e-4f74-b9da-d6ff816b527e" providerId="ADAL" clId="{8AA6EF57-75F2-4111-8954-DF393CFAD2AE}" dt="2026-07-01T06:08:06.475" v="58" actId="113"/>
          <ac:spMkLst>
            <pc:docMk/>
            <pc:sldMk cId="3177191812" sldId="267"/>
            <ac:spMk id="90" creationId="{14C59B02-BB9D-E310-80DB-1E27194C9D06}"/>
          </ac:spMkLst>
        </pc:spChg>
        <pc:spChg chg="mod">
          <ac:chgData name="남윤석(Nam, Yoon-suk) / 건축·주택마케팅팀(ysnam@gsenc.com)" userId="ae2e94fa-422e-4f74-b9da-d6ff816b527e" providerId="ADAL" clId="{8AA6EF57-75F2-4111-8954-DF393CFAD2AE}" dt="2026-07-01T06:08:09.638" v="59" actId="113"/>
          <ac:spMkLst>
            <pc:docMk/>
            <pc:sldMk cId="3177191812" sldId="267"/>
            <ac:spMk id="92" creationId="{8451A634-963A-A3A8-4428-AE822D3B8D3C}"/>
          </ac:spMkLst>
        </pc:spChg>
        <pc:spChg chg="mod">
          <ac:chgData name="남윤석(Nam, Yoon-suk) / 건축·주택마케팅팀(ysnam@gsenc.com)" userId="ae2e94fa-422e-4f74-b9da-d6ff816b527e" providerId="ADAL" clId="{8AA6EF57-75F2-4111-8954-DF393CFAD2AE}" dt="2026-07-01T06:08:10.861" v="60" actId="113"/>
          <ac:spMkLst>
            <pc:docMk/>
            <pc:sldMk cId="3177191812" sldId="267"/>
            <ac:spMk id="94" creationId="{7BC7AC59-2288-B2A3-9AC2-C6A042CBA508}"/>
          </ac:spMkLst>
        </pc:spChg>
        <pc:spChg chg="mod">
          <ac:chgData name="남윤석(Nam, Yoon-suk) / 건축·주택마케팅팀(ysnam@gsenc.com)" userId="ae2e94fa-422e-4f74-b9da-d6ff816b527e" providerId="ADAL" clId="{8AA6EF57-75F2-4111-8954-DF393CFAD2AE}" dt="2026-07-01T06:07:59.696" v="57"/>
          <ac:spMkLst>
            <pc:docMk/>
            <pc:sldMk cId="3177191812" sldId="267"/>
            <ac:spMk id="98" creationId="{DC18989C-390B-7F16-286A-DEC6297B3299}"/>
          </ac:spMkLst>
        </pc:spChg>
        <pc:graphicFrameChg chg="mod">
          <ac:chgData name="남윤석(Nam, Yoon-suk) / 건축·주택마케팅팀(ysnam@gsenc.com)" userId="ae2e94fa-422e-4f74-b9da-d6ff816b527e" providerId="ADAL" clId="{8AA6EF57-75F2-4111-8954-DF393CFAD2AE}" dt="2026-07-01T06:08:13.052" v="61" actId="113"/>
          <ac:graphicFrameMkLst>
            <pc:docMk/>
            <pc:sldMk cId="3177191812" sldId="267"/>
            <ac:graphicFrameMk id="11" creationId="{15666FB7-CA58-C874-9068-7AC3C6157A51}"/>
          </ac:graphicFrameMkLst>
        </pc:graphicFrameChg>
        <pc:graphicFrameChg chg="mod">
          <ac:chgData name="남윤석(Nam, Yoon-suk) / 건축·주택마케팅팀(ysnam@gsenc.com)" userId="ae2e94fa-422e-4f74-b9da-d6ff816b527e" providerId="ADAL" clId="{8AA6EF57-75F2-4111-8954-DF393CFAD2AE}" dt="2026-07-01T06:15:17.935" v="93" actId="692"/>
          <ac:graphicFrameMkLst>
            <pc:docMk/>
            <pc:sldMk cId="3177191812" sldId="267"/>
            <ac:graphicFrameMk id="77" creationId="{9402492F-87AD-E3C6-20DA-CBA800E56A09}"/>
          </ac:graphicFrameMkLst>
        </pc:graphicFrameChg>
        <pc:cxnChg chg="mod">
          <ac:chgData name="남윤석(Nam, Yoon-suk) / 건축·주택마케팅팀(ysnam@gsenc.com)" userId="ae2e94fa-422e-4f74-b9da-d6ff816b527e" providerId="ADAL" clId="{8AA6EF57-75F2-4111-8954-DF393CFAD2AE}" dt="2026-07-01T07:21:45.702" v="268" actId="14100"/>
          <ac:cxnSpMkLst>
            <pc:docMk/>
            <pc:sldMk cId="3177191812" sldId="267"/>
            <ac:cxnSpMk id="23" creationId="{6DE7527E-5C0C-D262-F749-04B67842518D}"/>
          </ac:cxnSpMkLst>
        </pc:cxnChg>
      </pc:sldChg>
      <pc:sldChg chg="modSp mod">
        <pc:chgData name="남윤석(Nam, Yoon-suk) / 건축·주택마케팅팀(ysnam@gsenc.com)" userId="ae2e94fa-422e-4f74-b9da-d6ff816b527e" providerId="ADAL" clId="{8AA6EF57-75F2-4111-8954-DF393CFAD2AE}" dt="2026-07-01T06:15:43.780" v="96" actId="1076"/>
        <pc:sldMkLst>
          <pc:docMk/>
          <pc:sldMk cId="3494370982" sldId="268"/>
        </pc:sldMkLst>
        <pc:picChg chg="mod">
          <ac:chgData name="남윤석(Nam, Yoon-suk) / 건축·주택마케팅팀(ysnam@gsenc.com)" userId="ae2e94fa-422e-4f74-b9da-d6ff816b527e" providerId="ADAL" clId="{8AA6EF57-75F2-4111-8954-DF393CFAD2AE}" dt="2026-07-01T06:15:43.780" v="96" actId="1076"/>
          <ac:picMkLst>
            <pc:docMk/>
            <pc:sldMk cId="3494370982" sldId="268"/>
            <ac:picMk id="44" creationId="{DF9E3C26-CE58-551B-EC18-6470C0E032C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547687353034356E-2"/>
          <c:y val="0.1045726996891346"/>
          <c:w val="0.87623858064253579"/>
          <c:h val="0.6683291915638205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가격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97316"/>
              </a:solidFill>
            </c:spPr>
            <c:extLst>
              <c:ext xmlns:c16="http://schemas.microsoft.com/office/drawing/2014/chart" uri="{C3380CC4-5D6E-409C-BE32-E72D297353CC}">
                <c16:uniqueId val="{00000001-C346-489F-BBF0-DEA97FF02874}"/>
              </c:ext>
            </c:extLst>
          </c:dPt>
          <c:dPt>
            <c:idx val="1"/>
            <c:invertIfNegative val="1"/>
            <c:bubble3D val="0"/>
            <c:spPr>
              <a:solidFill>
                <a:srgbClr val="16A34A"/>
              </a:solidFill>
            </c:spPr>
            <c:extLst>
              <c:ext xmlns:c16="http://schemas.microsoft.com/office/drawing/2014/chart" uri="{C3380CC4-5D6E-409C-BE32-E72D297353CC}">
                <c16:uniqueId val="{00000003-C346-489F-BBF0-DEA97FF02874}"/>
              </c:ext>
            </c:extLst>
          </c:dPt>
          <c:dPt>
            <c:idx val="2"/>
            <c:invertIfNegative val="1"/>
            <c:bubble3D val="0"/>
            <c:spPr>
              <a:solidFill>
                <a:srgbClr val="002941"/>
              </a:solidFill>
            </c:spPr>
            <c:extLst>
              <c:ext xmlns:c16="http://schemas.microsoft.com/office/drawing/2014/chart" uri="{C3380CC4-5D6E-409C-BE32-E72D297353CC}">
                <c16:uniqueId val="{00000005-C346-489F-BBF0-DEA97FF0287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BFCC3C2-F852-4F5E-B7B6-56EFD6F20625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346-489F-BBF0-DEA97FF028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C34035B-61B1-43BB-A437-5300AADDE621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346-489F-BBF0-DEA97FF0287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D700D4C-61BB-415B-B47A-C92737DABEC5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346-489F-BBF0-DEA97FF02874}"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22222"/>
                    </a:solidFill>
                    <a:latin typeface="Noto Sans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힐스테이트광교산
('22.05입주)</c:v>
                </c:pt>
                <c:pt idx="1">
                  <c:v>동일하이빌4단지
('10.10입주)</c:v>
                </c:pt>
                <c:pt idx="2">
                  <c:v>SITE 적정가
(신규)</c:v>
                </c:pt>
              </c:strCache>
            </c:strRef>
          </c:cat>
          <c:val>
            <c:numRef>
              <c:f>Sheet1!$B$2:$B$4</c:f>
              <c:numCache>
                <c:formatCode>#,##0.0_ </c:formatCode>
                <c:ptCount val="3"/>
                <c:pt idx="0">
                  <c:v>9.1</c:v>
                </c:pt>
                <c:pt idx="1">
                  <c:v>8.4</c:v>
                </c:pt>
                <c:pt idx="2">
                  <c:v>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46-489F-BBF0-DEA97FF028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rgbClr val="45515E"/>
                </a:solidFill>
                <a:latin typeface="Noto Sans KR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.0_ 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591342031373475"/>
          <c:y val="0.12970539040880283"/>
          <c:w val="0.40151900454517431"/>
          <c:h val="0.67321087102578925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힐스테이트광교산</c:v>
                </c:pt>
              </c:strCache>
            </c:strRef>
          </c:tx>
          <c:spPr>
            <a:ln w="12700">
              <a:solidFill>
                <a:srgbClr val="E67E22"/>
              </a:solidFill>
            </a:ln>
          </c:spPr>
          <c:marker>
            <c:symbol val="circle"/>
            <c:size val="5"/>
            <c:spPr>
              <a:solidFill>
                <a:srgbClr val="E67E2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1.1428571428571428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  <c:pt idx="4">
                  <c:v>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F6-4B4E-B125-F20A7D46C7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동일하이빌4단지</c:v>
                </c:pt>
              </c:strCache>
            </c:strRef>
          </c:tx>
          <c:spPr>
            <a:ln w="12700">
              <a:solidFill>
                <a:srgbClr val="2E7D32"/>
              </a:solidFill>
            </a:ln>
          </c:spPr>
          <c:marker>
            <c:symbol val="circle"/>
            <c:size val="5"/>
            <c:spPr>
              <a:solidFill>
                <a:srgbClr val="2E7D3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1.8571428571428572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F6-4B4E-B125-F20A7D46C7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SITE</c:v>
                </c:pt>
              </c:strCache>
            </c:strRef>
          </c:tx>
          <c:spPr>
            <a:ln w="28575">
              <a:solidFill>
                <a:srgbClr val="0E3B68"/>
              </a:solidFill>
            </a:ln>
          </c:spPr>
          <c:marker>
            <c:symbol val="circle"/>
            <c:size val="8"/>
            <c:spPr>
              <a:solidFill>
                <a:srgbClr val="0E3B6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1.7142857142857144</c:v>
                </c:pt>
                <c:pt idx="1">
                  <c:v>5</c:v>
                </c:pt>
                <c:pt idx="2">
                  <c:v>4.25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F6-4B4E-B125-F20A7D46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333333"/>
                </a:solidFill>
                <a:latin typeface="Malgun Gothic"/>
              </a:defRPr>
            </a:pPr>
            <a:endParaRPr lang="ko-KR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5"/>
          <c:min val="0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600">
                <a:solidFill>
                  <a:srgbClr val="666666"/>
                </a:solidFill>
              </a:defRPr>
            </a:pPr>
            <a:endParaRPr lang="ko-KR"/>
          </a:p>
        </c:txPr>
        <c:crossAx val="2073612648"/>
        <c:crosses val="autoZero"/>
        <c:crossBetween val="between"/>
        <c:majorUnit val="1"/>
      </c:valAx>
    </c:plotArea>
    <c:legend>
      <c:legendPos val="b"/>
      <c:layout>
        <c:manualLayout>
          <c:xMode val="edge"/>
          <c:yMode val="edge"/>
          <c:x val="0.10574991173058493"/>
          <c:y val="0.83565960035895337"/>
          <c:w val="0.84304997449994679"/>
          <c:h val="0.11958868357130441"/>
        </c:manualLayout>
      </c:layout>
      <c:overlay val="0"/>
      <c:txPr>
        <a:bodyPr/>
        <a:lstStyle/>
        <a:p>
          <a:pPr>
            <a:defRPr sz="700">
              <a:latin typeface="Noto Sans KR" panose="020B0200000000000000" pitchFamily="50" charset="-127"/>
              <a:ea typeface="Noto Sans KR" panose="020B0200000000000000" pitchFamily="50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고가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성복동</c:v>
                </c:pt>
                <c:pt idx="1">
                  <c:v>풍덕천동</c:v>
                </c:pt>
                <c:pt idx="2">
                  <c:v>동천동</c:v>
                </c:pt>
                <c:pt idx="3">
                  <c:v>상현동</c:v>
                </c:pt>
                <c:pt idx="4">
                  <c:v>신봉동</c:v>
                </c:pt>
              </c:strCache>
            </c:strRef>
          </c:cat>
          <c:val>
            <c:numRef>
              <c:f>Sheet1!$B$2:$B$6</c:f>
              <c:numCache>
                <c:formatCode>##.0"억"</c:formatCode>
                <c:ptCount val="5"/>
                <c:pt idx="0">
                  <c:v>16.7</c:v>
                </c:pt>
                <c:pt idx="1">
                  <c:v>15.8</c:v>
                </c:pt>
                <c:pt idx="2">
                  <c:v>14</c:v>
                </c:pt>
                <c:pt idx="3">
                  <c:v>14.8</c:v>
                </c:pt>
                <c:pt idx="4">
                  <c:v>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5F-4867-A567-F7155FF26F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저가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성복동</c:v>
                </c:pt>
                <c:pt idx="1">
                  <c:v>풍덕천동</c:v>
                </c:pt>
                <c:pt idx="2">
                  <c:v>동천동</c:v>
                </c:pt>
                <c:pt idx="3">
                  <c:v>상현동</c:v>
                </c:pt>
                <c:pt idx="4">
                  <c:v>신봉동</c:v>
                </c:pt>
              </c:strCache>
            </c:strRef>
          </c:cat>
          <c:val>
            <c:numRef>
              <c:f>Sheet1!$C$2:$C$6</c:f>
              <c:numCache>
                <c:formatCode>##.0"억"</c:formatCode>
                <c:ptCount val="5"/>
                <c:pt idx="0">
                  <c:v>6.5</c:v>
                </c:pt>
                <c:pt idx="1">
                  <c:v>7.1</c:v>
                </c:pt>
                <c:pt idx="2">
                  <c:v>6.9</c:v>
                </c:pt>
                <c:pt idx="3">
                  <c:v>7</c:v>
                </c:pt>
                <c:pt idx="4">
                  <c:v>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5F-4867-A567-F7155FF26F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1"/>
            <c:spPr>
              <a:solidFill>
                <a:srgbClr val="0E3B68"/>
              </a:solidFill>
              <a:ln w="9525">
                <a:noFill/>
              </a:ln>
              <a:effectLst/>
            </c:spPr>
          </c:marker>
          <c:dLbls>
            <c:dLbl>
              <c:idx val="2"/>
              <c:layout>
                <c:manualLayout>
                  <c:x val="-5.2765899102875848E-3"/>
                  <c:y val="3.09142034516930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85F-4867-A567-F7155FF26F4C}"/>
                </c:ext>
              </c:extLst>
            </c:dLbl>
            <c:dLbl>
              <c:idx val="3"/>
              <c:layout>
                <c:manualLayout>
                  <c:x val="-5.2765899102876811E-3"/>
                  <c:y val="2.05883513161683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85F-4867-A567-F7155FF26F4C}"/>
                </c:ext>
              </c:extLst>
            </c:dLbl>
            <c:dLbl>
              <c:idx val="4"/>
              <c:layout>
                <c:manualLayout>
                  <c:x val="-2.638294955143792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85F-4867-A567-F7155FF26F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94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성복동</c:v>
                </c:pt>
                <c:pt idx="1">
                  <c:v>풍덕천동</c:v>
                </c:pt>
                <c:pt idx="2">
                  <c:v>동천동</c:v>
                </c:pt>
                <c:pt idx="3">
                  <c:v>상현동</c:v>
                </c:pt>
                <c:pt idx="4">
                  <c:v>신봉동</c:v>
                </c:pt>
              </c:strCache>
            </c:strRef>
          </c:cat>
          <c:val>
            <c:numRef>
              <c:f>Sheet1!$D$2:$D$6</c:f>
              <c:numCache>
                <c:formatCode>##.0"억"</c:formatCode>
                <c:ptCount val="5"/>
                <c:pt idx="0">
                  <c:v>14.2</c:v>
                </c:pt>
                <c:pt idx="1">
                  <c:v>12.3</c:v>
                </c:pt>
                <c:pt idx="2">
                  <c:v>10.7</c:v>
                </c:pt>
                <c:pt idx="3">
                  <c:v>10.1</c:v>
                </c:pt>
                <c:pt idx="4">
                  <c:v>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5F-4867-A567-F7155FF26F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bg1">
                  <a:lumMod val="50000"/>
                </a:schemeClr>
              </a:solidFill>
              <a:round/>
            </a:ln>
            <a:effectLst/>
          </c:spPr>
        </c:hiLowLines>
        <c:axId val="56828320"/>
        <c:axId val="513862112"/>
      </c:stockChart>
      <c:catAx>
        <c:axId val="568283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13862112"/>
        <c:crosses val="autoZero"/>
        <c:auto val="1"/>
        <c:lblAlgn val="ctr"/>
        <c:lblOffset val="100"/>
        <c:noMultiLvlLbl val="0"/>
      </c:catAx>
      <c:valAx>
        <c:axId val="513862112"/>
        <c:scaling>
          <c:orientation val="minMax"/>
          <c:max val="19"/>
          <c:min val="5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##&quot;억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6828320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A6A05B4-7FC7-5875-EB92-D373A058F0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13332F-C9DC-5548-8A8A-FC477FCDD7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8AA42-F437-4551-9DC4-B6AE43CA235B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F14A6E-DCDE-8EED-C0EF-1F8E229AF4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25B3A2-038E-9B5E-28B8-83D43AA55B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FE87B-71E7-4D18-B35C-9F4C3A641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6099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730F-E94E-471A-B925-DECDBFD540D2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21E66-B9D7-49D6-A2A0-8638A5408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44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21E66-B9D7-49D6-A2A0-8638A54089B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07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1B13DCF-1F91-D69F-0EC5-9DA845187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92333" y="2550936"/>
            <a:ext cx="2193594" cy="24378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B14A1F-4C50-8E6E-629D-503FFE33D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80847" y="1714062"/>
            <a:ext cx="1438354" cy="13476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7DF0C7-63D9-BED4-1FE5-76BC2DE594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33681" y="4032974"/>
            <a:ext cx="1583552" cy="19589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A7D271-151F-99AB-2EDE-74CB554BEAF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74975" y="3969908"/>
            <a:ext cx="1124051" cy="11898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A42DA69-A2F6-AD06-C161-9A2B5273191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70716" y="3594352"/>
            <a:ext cx="988542" cy="11694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7021FD8-A1EF-7EA1-9BBE-FC34313A89A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1746" y="5519024"/>
            <a:ext cx="895243" cy="21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26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고객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A2514C07-9E3B-4511-DDB2-759C426EA99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5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고객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A2514C07-9E3B-4511-DDB2-759C426EA99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60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신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BEA3C1E-0C16-123D-F13D-F8966A36B4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8" name="직선 연결선[R] 8">
            <a:extLst>
              <a:ext uri="{FF2B5EF4-FFF2-40B4-BE49-F238E27FC236}">
                <a16:creationId xmlns:a16="http://schemas.microsoft.com/office/drawing/2014/main" id="{813777C0-E1FF-D439-0D92-249276000A17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A0E94B42-8DFB-0A44-78E0-16755FE8C066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64732FF-4780-BBA4-6B06-D1CF654E48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13253" y="5885960"/>
            <a:ext cx="794294" cy="8413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F68797-ED3F-7B4F-10E3-9FC979645F18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B5F9E-5235-C7BC-BC9B-718CB57B3157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신뢰</a:t>
            </a:r>
          </a:p>
        </p:txBody>
      </p:sp>
    </p:spTree>
    <p:extLst>
      <p:ext uri="{BB962C8B-B14F-4D97-AF65-F5344CB8AC3E}">
        <p14:creationId xmlns:p14="http://schemas.microsoft.com/office/powerpoint/2010/main" val="141848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율과책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E1338C9-AE1A-F4FC-5B95-9F0073B6B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2782E0C-56A9-2FB5-8FD9-5A9D07188B65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863AF1B4-F5C9-1542-780F-9BC64F6A884F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66B0B73-BB6A-2ACC-B195-225D3C60A9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8167" y="5898952"/>
            <a:ext cx="808816" cy="882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E6ACFF-31C8-F55B-8CDB-78C03E4CFCB9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42709D-7089-5C15-D6BF-4406D55E8CE7}"/>
              </a:ext>
            </a:extLst>
          </p:cNvPr>
          <p:cNvSpPr txBox="1"/>
          <p:nvPr userDrawn="1"/>
        </p:nvSpPr>
        <p:spPr>
          <a:xfrm>
            <a:off x="10371910" y="6386125"/>
            <a:ext cx="1009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자율과 책임</a:t>
            </a:r>
          </a:p>
        </p:txBody>
      </p:sp>
    </p:spTree>
    <p:extLst>
      <p:ext uri="{BB962C8B-B14F-4D97-AF65-F5344CB8AC3E}">
        <p14:creationId xmlns:p14="http://schemas.microsoft.com/office/powerpoint/2010/main" val="16030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정도경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E7593D7-A93F-CCA3-8F87-9CD677B2F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11" name="직선 연결선[R] 8">
            <a:extLst>
              <a:ext uri="{FF2B5EF4-FFF2-40B4-BE49-F238E27FC236}">
                <a16:creationId xmlns:a16="http://schemas.microsoft.com/office/drawing/2014/main" id="{44ADA771-3828-1198-746D-B90174C22B69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8">
            <a:extLst>
              <a:ext uri="{FF2B5EF4-FFF2-40B4-BE49-F238E27FC236}">
                <a16:creationId xmlns:a16="http://schemas.microsoft.com/office/drawing/2014/main" id="{9BC779C7-761F-479B-03A4-457A33624C62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165E85A-A473-545A-9C1B-48AC4A1B4A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0410" y="5995509"/>
            <a:ext cx="704330" cy="8545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F0002A-C98A-059F-0E05-5330EC68DB27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C2969F-936A-E68C-245A-B7263F19789A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정도경영</a:t>
            </a:r>
          </a:p>
        </p:txBody>
      </p:sp>
    </p:spTree>
    <p:extLst>
      <p:ext uri="{BB962C8B-B14F-4D97-AF65-F5344CB8AC3E}">
        <p14:creationId xmlns:p14="http://schemas.microsoft.com/office/powerpoint/2010/main" val="307978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미래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F59AD38-621B-135A-5644-21BA00AC5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7" name="직선 연결선[R] 8">
            <a:extLst>
              <a:ext uri="{FF2B5EF4-FFF2-40B4-BE49-F238E27FC236}">
                <a16:creationId xmlns:a16="http://schemas.microsoft.com/office/drawing/2014/main" id="{51D50356-D08F-47BA-441F-27DB59A41AD7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8">
            <a:extLst>
              <a:ext uri="{FF2B5EF4-FFF2-40B4-BE49-F238E27FC236}">
                <a16:creationId xmlns:a16="http://schemas.microsoft.com/office/drawing/2014/main" id="{D4BE9BFB-F571-7D31-742D-60FE8E6C3794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477C217-FC96-BC3B-16C6-292F1DB1C4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97131" y="5991215"/>
            <a:ext cx="856769" cy="8029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7B9E00-D1A2-4636-186E-F4784B92C950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6B8D8-B0D1-8C62-DC8E-85FB3C3D610E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미래지향</a:t>
            </a:r>
          </a:p>
        </p:txBody>
      </p:sp>
    </p:spTree>
    <p:extLst>
      <p:ext uri="{BB962C8B-B14F-4D97-AF65-F5344CB8AC3E}">
        <p14:creationId xmlns:p14="http://schemas.microsoft.com/office/powerpoint/2010/main" val="115161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전문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[R] 8">
            <a:extLst>
              <a:ext uri="{FF2B5EF4-FFF2-40B4-BE49-F238E27FC236}">
                <a16:creationId xmlns:a16="http://schemas.microsoft.com/office/drawing/2014/main" id="{338D86FF-37F7-7820-74CB-2581029CCAAA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63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전_핵심가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43D6AEE-C889-F155-8B64-6D1EABBA7C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FFE54BE1-58A4-BFF3-426C-4DC556F7573D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DA705F86-AF79-68CC-293E-BD9EC157AAA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8AAD157-1316-F34D-8237-0E85B0CD7E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625" y="6265096"/>
            <a:ext cx="439407" cy="5190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D4B2963-28ED-DC5B-D3C9-63B5C33EA4D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78314" y="6244907"/>
            <a:ext cx="490001" cy="5190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AEED1D-2F39-90F2-A663-2147927E048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38118" y="6239719"/>
            <a:ext cx="498960" cy="544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43DAFDC-A984-D62E-E6A1-C87056347E0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02129" y="6280180"/>
            <a:ext cx="434503" cy="5271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71508F6-9661-4963-995E-6B3FB61EAE7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610373" y="6272363"/>
            <a:ext cx="528543" cy="4953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10B71E-C3C9-07C9-F6F5-041B9202162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213251" y="6265096"/>
            <a:ext cx="498960" cy="5274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DE84DA-3340-2D0C-A431-CC302694D038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897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55FBE67-4DFE-ABD8-5201-1C3CA1A121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4635" y="5340394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2CABAA45-2386-DCDE-DA6B-90B99CF6B328}"/>
              </a:ext>
            </a:extLst>
          </p:cNvPr>
          <p:cNvCxnSpPr>
            <a:cxnSpLocks/>
          </p:cNvCxnSpPr>
          <p:nvPr userDrawn="1"/>
        </p:nvCxnSpPr>
        <p:spPr>
          <a:xfrm>
            <a:off x="479685" y="5040881"/>
            <a:ext cx="11187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5A1E56C-E4F5-88D5-F9C9-DC75988A20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93118" y="5489983"/>
            <a:ext cx="592441" cy="6584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E79EAEA-C68F-EA19-1CB5-35B4CAADC95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49501" y="5471413"/>
            <a:ext cx="535848" cy="5020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0FA1FA-8436-04B0-39DA-5BE07E02873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44080" y="5102130"/>
            <a:ext cx="795557" cy="9841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2E0C0EC-C0E2-EE33-D30A-48CA4E2F07A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626600" y="6091523"/>
            <a:ext cx="385945" cy="40853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1A2975C-5BC1-8311-4391-EB05CAFB673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50315" y="6402153"/>
            <a:ext cx="706909" cy="3948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8AE3815-E32F-D211-0436-EEFD3735C42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15842" y="5340394"/>
            <a:ext cx="706909" cy="8362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9584F2-AE69-3E4F-FEDF-18E35BAAD665}"/>
              </a:ext>
            </a:extLst>
          </p:cNvPr>
          <p:cNvSpPr txBox="1"/>
          <p:nvPr userDrawn="1"/>
        </p:nvSpPr>
        <p:spPr>
          <a:xfrm>
            <a:off x="8185349" y="5916905"/>
            <a:ext cx="2220103" cy="757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</a:t>
            </a:r>
            <a:endParaRPr lang="en-US" altLang="ko-KR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더 안전하고 행복한</a:t>
            </a:r>
            <a:endParaRPr lang="en-US" altLang="ko-KR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삶의 미래를 완성합니다</a:t>
            </a:r>
            <a:r>
              <a:rPr lang="en-US" altLang="ko-KR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55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1361C-916F-494B-9340-D474A64F2834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96765-16D4-4832-8CF0-49ED5658A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42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2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6D0C-714E-A95E-C682-033BD17B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1DA7BEF-30D7-53AE-5176-39FFE1A89199}"/>
              </a:ext>
            </a:extLst>
          </p:cNvPr>
          <p:cNvSpPr/>
          <p:nvPr/>
        </p:nvSpPr>
        <p:spPr>
          <a:xfrm>
            <a:off x="4400562" y="4804513"/>
            <a:ext cx="781038" cy="1707412"/>
          </a:xfrm>
          <a:prstGeom prst="rect">
            <a:avLst/>
          </a:prstGeom>
          <a:solidFill>
            <a:srgbClr val="0E3B68">
              <a:alpha val="16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F1DD0-6AC6-4BA6-1E0A-7836CA5BE981}"/>
              </a:ext>
            </a:extLst>
          </p:cNvPr>
          <p:cNvSpPr/>
          <p:nvPr/>
        </p:nvSpPr>
        <p:spPr>
          <a:xfrm>
            <a:off x="497840" y="401497"/>
            <a:ext cx="182880" cy="182880"/>
          </a:xfrm>
          <a:prstGeom prst="rect">
            <a:avLst/>
          </a:prstGeom>
          <a:solidFill>
            <a:srgbClr val="0E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80B39-CE07-AFCD-77F0-238020095264}"/>
              </a:ext>
            </a:extLst>
          </p:cNvPr>
          <p:cNvSpPr txBox="1"/>
          <p:nvPr/>
        </p:nvSpPr>
        <p:spPr>
          <a:xfrm>
            <a:off x="753872" y="329591"/>
            <a:ext cx="7772400" cy="3266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000" b="1" dirty="0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용인 신봉</a:t>
            </a:r>
            <a:r>
              <a:rPr lang="en-US" altLang="ko-KR" sz="2000" b="1" dirty="0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000" b="1" dirty="0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지구 </a:t>
            </a:r>
            <a:r>
              <a:rPr lang="en-US" altLang="ko-KR" sz="2000" b="1" dirty="0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A1BL </a:t>
            </a:r>
            <a:r>
              <a:rPr lang="ko-KR" altLang="en-US" sz="2000" b="1" dirty="0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도시개발사업 시장조사</a:t>
            </a:r>
            <a:r>
              <a:rPr sz="2000" b="1" dirty="0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endParaRPr sz="2000" b="1" dirty="0">
              <a:solidFill>
                <a:srgbClr val="0E3B6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1AE17-CB5D-7622-FE88-D0150B996055}"/>
              </a:ext>
            </a:extLst>
          </p:cNvPr>
          <p:cNvSpPr txBox="1"/>
          <p:nvPr/>
        </p:nvSpPr>
        <p:spPr>
          <a:xfrm>
            <a:off x="8349269" y="675441"/>
            <a:ext cx="3383280" cy="146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’26</a:t>
            </a:r>
            <a:r>
              <a:rPr sz="900" b="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en-US" altLang="ko-KR" sz="900" b="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MM</a:t>
            </a:r>
            <a:r>
              <a:rPr sz="900" b="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en-US" sz="900" b="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DD</a:t>
            </a:r>
            <a:r>
              <a:rPr sz="900" b="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ㅣ  건축·주택마케팅팀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DEF213-F8BA-1A66-350F-45247B9426C4}"/>
              </a:ext>
            </a:extLst>
          </p:cNvPr>
          <p:cNvSpPr/>
          <p:nvPr/>
        </p:nvSpPr>
        <p:spPr>
          <a:xfrm>
            <a:off x="511387" y="1876420"/>
            <a:ext cx="45719" cy="177068"/>
          </a:xfrm>
          <a:prstGeom prst="rect">
            <a:avLst/>
          </a:prstGeom>
          <a:solidFill>
            <a:srgbClr val="0E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CE0F6-03CD-1A43-8F85-6DB6BF17A887}"/>
              </a:ext>
            </a:extLst>
          </p:cNvPr>
          <p:cNvSpPr txBox="1"/>
          <p:nvPr/>
        </p:nvSpPr>
        <p:spPr>
          <a:xfrm>
            <a:off x="618067" y="1857472"/>
            <a:ext cx="4419600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200" b="1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지역 등급</a:t>
            </a:r>
            <a:endParaRPr sz="1200" b="1">
              <a:solidFill>
                <a:srgbClr val="0E3B6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82D7C8-E9DA-596D-0F1D-13F9F8809EE9}"/>
              </a:ext>
            </a:extLst>
          </p:cNvPr>
          <p:cNvSpPr/>
          <p:nvPr/>
        </p:nvSpPr>
        <p:spPr>
          <a:xfrm>
            <a:off x="511387" y="4012441"/>
            <a:ext cx="45719" cy="177068"/>
          </a:xfrm>
          <a:prstGeom prst="rect">
            <a:avLst/>
          </a:prstGeom>
          <a:solidFill>
            <a:srgbClr val="0E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E52E1-ECC2-433D-2356-FD974E3F98A2}"/>
              </a:ext>
            </a:extLst>
          </p:cNvPr>
          <p:cNvSpPr txBox="1"/>
          <p:nvPr/>
        </p:nvSpPr>
        <p:spPr>
          <a:xfrm>
            <a:off x="618067" y="3993493"/>
            <a:ext cx="2115824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200" b="1" dirty="0" err="1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지역</a:t>
            </a:r>
            <a:r>
              <a:rPr lang="ko-KR" altLang="en-US" sz="1200" b="1" dirty="0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 err="1">
                <a:solidFill>
                  <a:srgbClr val="0E3B6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위계</a:t>
            </a:r>
            <a:endParaRPr sz="1200" b="1">
              <a:solidFill>
                <a:srgbClr val="0E3B6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00CE9DC-14EB-BC07-8777-904BED94EB6B}"/>
              </a:ext>
            </a:extLst>
          </p:cNvPr>
          <p:cNvSpPr/>
          <p:nvPr/>
        </p:nvSpPr>
        <p:spPr>
          <a:xfrm>
            <a:off x="5431630" y="1961544"/>
            <a:ext cx="6300919" cy="305923"/>
          </a:xfrm>
          <a:prstGeom prst="roundRect">
            <a:avLst/>
          </a:prstGeom>
          <a:solidFill>
            <a:srgbClr val="0E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1" name="Chart 28">
            <a:extLst>
              <a:ext uri="{FF2B5EF4-FFF2-40B4-BE49-F238E27FC236}">
                <a16:creationId xmlns:a16="http://schemas.microsoft.com/office/drawing/2014/main" id="{15666FB7-CA58-C874-9068-7AC3C6157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764692"/>
              </p:ext>
            </p:extLst>
          </p:nvPr>
        </p:nvGraphicFramePr>
        <p:xfrm>
          <a:off x="5465484" y="2249078"/>
          <a:ext cx="3516783" cy="1743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" name="TextBox 89">
            <a:extLst>
              <a:ext uri="{FF2B5EF4-FFF2-40B4-BE49-F238E27FC236}">
                <a16:creationId xmlns:a16="http://schemas.microsoft.com/office/drawing/2014/main" id="{14C59B02-BB9D-E310-80DB-1E27194C9D06}"/>
              </a:ext>
            </a:extLst>
          </p:cNvPr>
          <p:cNvSpPr txBox="1"/>
          <p:nvPr/>
        </p:nvSpPr>
        <p:spPr>
          <a:xfrm>
            <a:off x="5893790" y="339674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@2,723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451A634-963A-A3A8-4428-AE822D3B8D3C}"/>
              </a:ext>
            </a:extLst>
          </p:cNvPr>
          <p:cNvSpPr txBox="1"/>
          <p:nvPr/>
        </p:nvSpPr>
        <p:spPr>
          <a:xfrm>
            <a:off x="6918317" y="339674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@2,479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C7AC59-2288-B2A3-9AC2-C6A042CBA508}"/>
              </a:ext>
            </a:extLst>
          </p:cNvPr>
          <p:cNvSpPr txBox="1"/>
          <p:nvPr/>
        </p:nvSpPr>
        <p:spPr>
          <a:xfrm>
            <a:off x="7940920" y="339674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@3,200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F5C5906-E3D1-4933-AFBF-0E290408B2FA}"/>
              </a:ext>
            </a:extLst>
          </p:cNvPr>
          <p:cNvSpPr txBox="1"/>
          <p:nvPr/>
        </p:nvSpPr>
        <p:spPr>
          <a:xfrm>
            <a:off x="5771036" y="2001396"/>
            <a:ext cx="2651760" cy="202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10.9</a:t>
            </a:r>
            <a:r>
              <a:rPr sz="1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억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sz="1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</a:t>
            </a: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3,200</a:t>
            </a:r>
            <a:r>
              <a:rPr lang="ko-KR" altLang="en-US" sz="1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</a:t>
            </a:r>
            <a:r>
              <a:rPr lang="en-US" altLang="ko-KR" sz="1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sz="60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C18989C-390B-7F16-286A-DEC6297B3299}"/>
              </a:ext>
            </a:extLst>
          </p:cNvPr>
          <p:cNvSpPr txBox="1"/>
          <p:nvPr/>
        </p:nvSpPr>
        <p:spPr>
          <a:xfrm>
            <a:off x="9181591" y="2029962"/>
            <a:ext cx="2340688" cy="169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84㎡ </a:t>
            </a:r>
            <a:r>
              <a:rPr 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34.1</a:t>
            </a:r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r>
              <a:rPr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확장포함</a:t>
            </a:r>
            <a:r>
              <a:rPr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이자</a:t>
            </a:r>
            <a:r>
              <a:rPr lang="ko-KR" altLang="en-US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후불제</a:t>
            </a:r>
            <a:r>
              <a:rPr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7D873F2-D868-9137-7712-3ADF5E600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137095"/>
              </p:ext>
            </p:extLst>
          </p:nvPr>
        </p:nvGraphicFramePr>
        <p:xfrm>
          <a:off x="1485029" y="2979272"/>
          <a:ext cx="3598356" cy="726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26">
                  <a:extLst>
                    <a:ext uri="{9D8B030D-6E8A-4147-A177-3AD203B41FA5}">
                      <a16:colId xmlns:a16="http://schemas.microsoft.com/office/drawing/2014/main" val="1483610324"/>
                    </a:ext>
                  </a:extLst>
                </a:gridCol>
                <a:gridCol w="599726">
                  <a:extLst>
                    <a:ext uri="{9D8B030D-6E8A-4147-A177-3AD203B41FA5}">
                      <a16:colId xmlns:a16="http://schemas.microsoft.com/office/drawing/2014/main" val="3659169962"/>
                    </a:ext>
                  </a:extLst>
                </a:gridCol>
                <a:gridCol w="599726">
                  <a:extLst>
                    <a:ext uri="{9D8B030D-6E8A-4147-A177-3AD203B41FA5}">
                      <a16:colId xmlns:a16="http://schemas.microsoft.com/office/drawing/2014/main" val="2021771382"/>
                    </a:ext>
                  </a:extLst>
                </a:gridCol>
                <a:gridCol w="599726">
                  <a:extLst>
                    <a:ext uri="{9D8B030D-6E8A-4147-A177-3AD203B41FA5}">
                      <a16:colId xmlns:a16="http://schemas.microsoft.com/office/drawing/2014/main" val="3330070868"/>
                    </a:ext>
                  </a:extLst>
                </a:gridCol>
                <a:gridCol w="599726">
                  <a:extLst>
                    <a:ext uri="{9D8B030D-6E8A-4147-A177-3AD203B41FA5}">
                      <a16:colId xmlns:a16="http://schemas.microsoft.com/office/drawing/2014/main" val="2063125282"/>
                    </a:ext>
                  </a:extLst>
                </a:gridCol>
                <a:gridCol w="599726">
                  <a:extLst>
                    <a:ext uri="{9D8B030D-6E8A-4147-A177-3AD203B41FA5}">
                      <a16:colId xmlns:a16="http://schemas.microsoft.com/office/drawing/2014/main" val="1914549856"/>
                    </a:ext>
                  </a:extLst>
                </a:gridCol>
              </a:tblGrid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주택형</a:t>
                      </a: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기축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93292"/>
                  </a:ext>
                </a:extLst>
              </a:tr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구분</a:t>
                      </a:r>
                      <a:endParaRPr lang="en-US" altLang="ko-KR" sz="1000">
                        <a:solidFill>
                          <a:srgbClr val="4B4B4B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수급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가격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거래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6361"/>
                  </a:ext>
                </a:extLst>
              </a:tr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endParaRPr lang="en-US" altLang="ko-KR" sz="1000" dirty="0">
                        <a:solidFill>
                          <a:srgbClr val="4B4B4B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0E3B6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</a:t>
                      </a:r>
                      <a:endParaRPr lang="ko-KR" altLang="en-US" sz="1000" b="1" dirty="0">
                        <a:solidFill>
                          <a:srgbClr val="0E3B68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0E3B6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</a:t>
                      </a:r>
                      <a:endParaRPr lang="ko-KR" altLang="en-US" sz="1000" b="1" dirty="0">
                        <a:solidFill>
                          <a:srgbClr val="0E3B68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0E3B6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</a:t>
                      </a:r>
                      <a:endParaRPr lang="ko-KR" altLang="en-US" sz="1000" b="1" dirty="0">
                        <a:solidFill>
                          <a:srgbClr val="0E3B68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0E3B6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</a:t>
                      </a:r>
                      <a:endParaRPr lang="ko-KR" altLang="en-US" sz="1000" b="1" dirty="0">
                        <a:solidFill>
                          <a:srgbClr val="0E3B68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0E3B6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</a:t>
                      </a:r>
                      <a:endParaRPr lang="ko-KR" altLang="en-US" sz="1000" b="1" dirty="0">
                        <a:solidFill>
                          <a:srgbClr val="0E3B68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44521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BCBEE71E-162E-4FE6-1955-BAF8CD3FBC3B}"/>
              </a:ext>
            </a:extLst>
          </p:cNvPr>
          <p:cNvSpPr txBox="1"/>
          <p:nvPr/>
        </p:nvSpPr>
        <p:spPr>
          <a:xfrm>
            <a:off x="1485029" y="2204355"/>
            <a:ext cx="3401073" cy="694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 dirty="0" err="1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교통</a:t>
            </a:r>
            <a:r>
              <a:rPr lang="en-US" sz="11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ko-KR" altLang="en-US" sz="1100" b="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서수지</a:t>
            </a:r>
            <a:r>
              <a:rPr lang="en-US" altLang="ko-KR" sz="1100" b="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IC </a:t>
            </a:r>
            <a:r>
              <a:rPr lang="ko-KR" altLang="en-US" sz="1100" b="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인접</a:t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신분당선 도보 이용 제한</a:t>
            </a:r>
            <a:endParaRPr lang="en-US" sz="1100" b="0" dirty="0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94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생활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294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초중고 보도 약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분 소요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단지 앞 초교 신설 예정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sz="11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</a:t>
            </a:r>
            <a:r>
              <a:rPr lang="en-US" altLang="ko-KR" sz="11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신봉</a:t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~</a:t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동백 경전철 및 경기남부광역철도 신설 계획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CEBC98C-2705-FFF3-3A7B-F23CAD46E013}"/>
              </a:ext>
            </a:extLst>
          </p:cNvPr>
          <p:cNvGrpSpPr/>
          <p:nvPr/>
        </p:nvGrpSpPr>
        <p:grpSpPr>
          <a:xfrm>
            <a:off x="511386" y="2150162"/>
            <a:ext cx="826301" cy="1555626"/>
            <a:chOff x="525084" y="1935076"/>
            <a:chExt cx="1005840" cy="1005840"/>
          </a:xfrm>
        </p:grpSpPr>
        <p:sp>
          <p:nvSpPr>
            <p:cNvPr id="69" name="Rounded Rectangle 22">
              <a:extLst>
                <a:ext uri="{FF2B5EF4-FFF2-40B4-BE49-F238E27FC236}">
                  <a16:creationId xmlns:a16="http://schemas.microsoft.com/office/drawing/2014/main" id="{DB273570-15D1-64EB-DEE0-718A920A09C2}"/>
                </a:ext>
              </a:extLst>
            </p:cNvPr>
            <p:cNvSpPr/>
            <p:nvPr/>
          </p:nvSpPr>
          <p:spPr>
            <a:xfrm>
              <a:off x="525084" y="1935076"/>
              <a:ext cx="1005840" cy="1005840"/>
            </a:xfrm>
            <a:prstGeom prst="roundRect">
              <a:avLst>
                <a:gd name="adj" fmla="val 10491"/>
              </a:avLst>
            </a:prstGeom>
            <a:solidFill>
              <a:srgbClr val="0E3B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C00FFF9-80A1-C81D-380C-B90FAD27477A}"/>
                </a:ext>
              </a:extLst>
            </p:cNvPr>
            <p:cNvSpPr txBox="1"/>
            <p:nvPr/>
          </p:nvSpPr>
          <p:spPr>
            <a:xfrm>
              <a:off x="525084" y="2238282"/>
              <a:ext cx="1005840" cy="3994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3200" b="1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</a:t>
              </a:r>
              <a:endParaRPr sz="3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aphicFrame>
        <p:nvGraphicFramePr>
          <p:cNvPr id="77" name="Chart 68">
            <a:extLst>
              <a:ext uri="{FF2B5EF4-FFF2-40B4-BE49-F238E27FC236}">
                <a16:creationId xmlns:a16="http://schemas.microsoft.com/office/drawing/2014/main" id="{9402492F-87AD-E3C6-20DA-CBA800E56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720394"/>
              </p:ext>
            </p:extLst>
          </p:nvPr>
        </p:nvGraphicFramePr>
        <p:xfrm>
          <a:off x="8808096" y="2386963"/>
          <a:ext cx="2854896" cy="1702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481BC6F-8525-D5E4-E998-D451D8E5EFB6}"/>
              </a:ext>
            </a:extLst>
          </p:cNvPr>
          <p:cNvSpPr txBox="1"/>
          <p:nvPr/>
        </p:nvSpPr>
        <p:spPr>
          <a:xfrm>
            <a:off x="3410965" y="4643962"/>
            <a:ext cx="1749135" cy="1306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부동산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114 </a:t>
            </a:r>
            <a:r>
              <a:rPr lang="ko-KR" alt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시세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 </a:t>
            </a:r>
            <a:r>
              <a:rPr lang="ko-KR" alt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전용 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60~85</a:t>
            </a:r>
            <a:r>
              <a:rPr lang="ko-KR" altLang="en-US" sz="8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㎡ 기준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800" b="0">
              <a:solidFill>
                <a:srgbClr val="666666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78AB17-DC0B-193B-85B7-0C9A02818C71}"/>
              </a:ext>
            </a:extLst>
          </p:cNvPr>
          <p:cNvSpPr txBox="1"/>
          <p:nvPr/>
        </p:nvSpPr>
        <p:spPr>
          <a:xfrm>
            <a:off x="502920" y="877500"/>
            <a:ext cx="11183112" cy="532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사업대상지는 수지구 내 외곽 지역으로 주거 선호도 상대적으로 낮음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동백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~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신봉 경전철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경기남부광역철도 등 계획으로 주거 선호도 개선 기대</a:t>
            </a:r>
            <a:endParaRPr lang="en-US" altLang="ko-KR" sz="1400" b="1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수지구 대형평형 공급 비율 높은 것에 비해 거래량 낮기에 대형 평형 수요는 제한적으로 판단되며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분양성을 고려하여 축소 필요</a:t>
            </a:r>
            <a:endParaRPr sz="1400" b="1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44588959-CDF4-AE04-E7DC-3233C6354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669466"/>
              </p:ext>
            </p:extLst>
          </p:nvPr>
        </p:nvGraphicFramePr>
        <p:xfrm>
          <a:off x="5473025" y="4485213"/>
          <a:ext cx="6259524" cy="541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881">
                  <a:extLst>
                    <a:ext uri="{9D8B030D-6E8A-4147-A177-3AD203B41FA5}">
                      <a16:colId xmlns:a16="http://schemas.microsoft.com/office/drawing/2014/main" val="1483610324"/>
                    </a:ext>
                  </a:extLst>
                </a:gridCol>
                <a:gridCol w="1564881">
                  <a:extLst>
                    <a:ext uri="{9D8B030D-6E8A-4147-A177-3AD203B41FA5}">
                      <a16:colId xmlns:a16="http://schemas.microsoft.com/office/drawing/2014/main" val="3659169962"/>
                    </a:ext>
                  </a:extLst>
                </a:gridCol>
                <a:gridCol w="1564881">
                  <a:extLst>
                    <a:ext uri="{9D8B030D-6E8A-4147-A177-3AD203B41FA5}">
                      <a16:colId xmlns:a16="http://schemas.microsoft.com/office/drawing/2014/main" val="2021771382"/>
                    </a:ext>
                  </a:extLst>
                </a:gridCol>
                <a:gridCol w="1564881">
                  <a:extLst>
                    <a:ext uri="{9D8B030D-6E8A-4147-A177-3AD203B41FA5}">
                      <a16:colId xmlns:a16="http://schemas.microsoft.com/office/drawing/2014/main" val="3330070868"/>
                    </a:ext>
                  </a:extLst>
                </a:gridCol>
              </a:tblGrid>
              <a:tr h="270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입지</a:t>
                      </a: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수급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브랜드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93292"/>
                  </a:ext>
                </a:extLst>
              </a:tr>
              <a:tr h="270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2E9E4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양호</a:t>
                      </a:r>
                      <a:endParaRPr lang="en-US" altLang="ko-KR" sz="1000">
                        <a:solidFill>
                          <a:srgbClr val="2E9E4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>
                          <a:solidFill>
                            <a:srgbClr val="2E9E4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양호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>
                          <a:solidFill>
                            <a:srgbClr val="C0392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신중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rgbClr val="C0392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신중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44521"/>
                  </a:ext>
                </a:extLst>
              </a:tr>
            </a:tbl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20482A45-41AD-0E64-0D11-12320F3C199A}"/>
              </a:ext>
            </a:extLst>
          </p:cNvPr>
          <p:cNvGrpSpPr/>
          <p:nvPr/>
        </p:nvGrpSpPr>
        <p:grpSpPr>
          <a:xfrm>
            <a:off x="10444870" y="4306118"/>
            <a:ext cx="1287679" cy="146241"/>
            <a:chOff x="10199864" y="5361615"/>
            <a:chExt cx="1287679" cy="146241"/>
          </a:xfrm>
        </p:grpSpPr>
        <p:sp>
          <p:nvSpPr>
            <p:cNvPr id="52" name="Oval 60">
              <a:extLst>
                <a:ext uri="{FF2B5EF4-FFF2-40B4-BE49-F238E27FC236}">
                  <a16:creationId xmlns:a16="http://schemas.microsoft.com/office/drawing/2014/main" id="{07B53FFF-F5E8-0BCA-F433-1EA590C16577}"/>
                </a:ext>
              </a:extLst>
            </p:cNvPr>
            <p:cNvSpPr/>
            <p:nvPr/>
          </p:nvSpPr>
          <p:spPr>
            <a:xfrm>
              <a:off x="10199864" y="5386549"/>
              <a:ext cx="100584" cy="100584"/>
            </a:xfrm>
            <a:prstGeom prst="ellipse">
              <a:avLst/>
            </a:prstGeom>
            <a:solidFill>
              <a:srgbClr val="2E9E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A13C267-FF7D-7951-EC57-32EB496B79B4}"/>
                </a:ext>
              </a:extLst>
            </p:cNvPr>
            <p:cNvSpPr txBox="1"/>
            <p:nvPr/>
          </p:nvSpPr>
          <p:spPr>
            <a:xfrm>
              <a:off x="10310362" y="5361615"/>
              <a:ext cx="279213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 b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양호</a:t>
              </a:r>
              <a:endParaRPr sz="85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Oval 62">
              <a:extLst>
                <a:ext uri="{FF2B5EF4-FFF2-40B4-BE49-F238E27FC236}">
                  <a16:creationId xmlns:a16="http://schemas.microsoft.com/office/drawing/2014/main" id="{88BC0F27-C0C6-6C77-C11D-9A860B25A895}"/>
                </a:ext>
              </a:extLst>
            </p:cNvPr>
            <p:cNvSpPr/>
            <p:nvPr/>
          </p:nvSpPr>
          <p:spPr>
            <a:xfrm>
              <a:off x="10650127" y="5389781"/>
              <a:ext cx="100584" cy="100584"/>
            </a:xfrm>
            <a:prstGeom prst="ellipse">
              <a:avLst/>
            </a:prstGeom>
            <a:solidFill>
              <a:srgbClr val="E8A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529C4B5-CB75-884D-7A3A-F0F00A370F06}"/>
                </a:ext>
              </a:extLst>
            </p:cNvPr>
            <p:cNvSpPr txBox="1"/>
            <p:nvPr/>
          </p:nvSpPr>
          <p:spPr>
            <a:xfrm>
              <a:off x="10722841" y="5364162"/>
              <a:ext cx="337847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보통</a:t>
              </a:r>
              <a:endParaRPr sz="85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7" name="Oval 64">
              <a:extLst>
                <a:ext uri="{FF2B5EF4-FFF2-40B4-BE49-F238E27FC236}">
                  <a16:creationId xmlns:a16="http://schemas.microsoft.com/office/drawing/2014/main" id="{925977BB-B470-DAEE-C8DE-2652FF00DF23}"/>
                </a:ext>
              </a:extLst>
            </p:cNvPr>
            <p:cNvSpPr/>
            <p:nvPr/>
          </p:nvSpPr>
          <p:spPr>
            <a:xfrm>
              <a:off x="11079825" y="5382478"/>
              <a:ext cx="100584" cy="100584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A85053-3E0E-42F8-0CB9-ECC9454DB48C}"/>
                </a:ext>
              </a:extLst>
            </p:cNvPr>
            <p:cNvSpPr txBox="1"/>
            <p:nvPr/>
          </p:nvSpPr>
          <p:spPr>
            <a:xfrm>
              <a:off x="11180409" y="5363538"/>
              <a:ext cx="307134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850" b="0" err="1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신중</a:t>
              </a:r>
              <a:endParaRPr sz="85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1" name="Oval 64">
            <a:extLst>
              <a:ext uri="{FF2B5EF4-FFF2-40B4-BE49-F238E27FC236}">
                <a16:creationId xmlns:a16="http://schemas.microsoft.com/office/drawing/2014/main" id="{2BE48DD5-F9D9-6F27-B971-45B3D7F6D3D8}"/>
              </a:ext>
            </a:extLst>
          </p:cNvPr>
          <p:cNvSpPr/>
          <p:nvPr/>
        </p:nvSpPr>
        <p:spPr>
          <a:xfrm>
            <a:off x="10644682" y="4836742"/>
            <a:ext cx="100584" cy="10058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Oval 64">
            <a:extLst>
              <a:ext uri="{FF2B5EF4-FFF2-40B4-BE49-F238E27FC236}">
                <a16:creationId xmlns:a16="http://schemas.microsoft.com/office/drawing/2014/main" id="{41F227E8-9B0D-569B-AE25-50C619CE93D6}"/>
              </a:ext>
            </a:extLst>
          </p:cNvPr>
          <p:cNvSpPr/>
          <p:nvPr/>
        </p:nvSpPr>
        <p:spPr>
          <a:xfrm>
            <a:off x="9117507" y="4836742"/>
            <a:ext cx="100584" cy="10058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Rectangle 57">
            <a:extLst>
              <a:ext uri="{FF2B5EF4-FFF2-40B4-BE49-F238E27FC236}">
                <a16:creationId xmlns:a16="http://schemas.microsoft.com/office/drawing/2014/main" id="{B2616656-2AAB-CDC0-E93E-45FB802936E1}"/>
              </a:ext>
            </a:extLst>
          </p:cNvPr>
          <p:cNvSpPr/>
          <p:nvPr/>
        </p:nvSpPr>
        <p:spPr>
          <a:xfrm>
            <a:off x="5487660" y="5310658"/>
            <a:ext cx="6244889" cy="1201267"/>
          </a:xfrm>
          <a:prstGeom prst="roundRect">
            <a:avLst>
              <a:gd name="adj" fmla="val 5882"/>
            </a:avLst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Rectangle 58">
            <a:extLst>
              <a:ext uri="{FF2B5EF4-FFF2-40B4-BE49-F238E27FC236}">
                <a16:creationId xmlns:a16="http://schemas.microsoft.com/office/drawing/2014/main" id="{6E76A4D8-5237-A1CB-2262-DC136B51392B}"/>
              </a:ext>
            </a:extLst>
          </p:cNvPr>
          <p:cNvSpPr/>
          <p:nvPr/>
        </p:nvSpPr>
        <p:spPr>
          <a:xfrm>
            <a:off x="5490624" y="5309629"/>
            <a:ext cx="45720" cy="1203323"/>
          </a:xfrm>
          <a:prstGeom prst="roundRect">
            <a:avLst>
              <a:gd name="adj" fmla="val 5882"/>
            </a:avLst>
          </a:prstGeom>
          <a:solidFill>
            <a:srgbClr val="00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1AD173-1213-F193-CB98-4D51B737478F}"/>
              </a:ext>
            </a:extLst>
          </p:cNvPr>
          <p:cNvSpPr txBox="1"/>
          <p:nvPr/>
        </p:nvSpPr>
        <p:spPr>
          <a:xfrm>
            <a:off x="5669525" y="5356857"/>
            <a:ext cx="1097280" cy="202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종합의견</a:t>
            </a:r>
            <a:endParaRPr sz="1200" b="1">
              <a:solidFill>
                <a:srgbClr val="00294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6" name="Connector 69">
            <a:extLst>
              <a:ext uri="{FF2B5EF4-FFF2-40B4-BE49-F238E27FC236}">
                <a16:creationId xmlns:a16="http://schemas.microsoft.com/office/drawing/2014/main" id="{66060700-8D0A-6728-A44C-3E76B5872531}"/>
              </a:ext>
            </a:extLst>
          </p:cNvPr>
          <p:cNvCxnSpPr>
            <a:cxnSpLocks/>
          </p:cNvCxnSpPr>
          <p:nvPr/>
        </p:nvCxnSpPr>
        <p:spPr>
          <a:xfrm>
            <a:off x="5579101" y="5618857"/>
            <a:ext cx="5969432" cy="0"/>
          </a:xfrm>
          <a:prstGeom prst="line">
            <a:avLst/>
          </a:prstGeom>
          <a:ln w="7620">
            <a:solidFill>
              <a:srgbClr val="D8D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E75EDB8-1C95-AB6C-E624-E37215AE070D}"/>
              </a:ext>
            </a:extLst>
          </p:cNvPr>
          <p:cNvSpPr txBox="1"/>
          <p:nvPr/>
        </p:nvSpPr>
        <p:spPr>
          <a:xfrm>
            <a:off x="5639751" y="5694597"/>
            <a:ext cx="5882527" cy="6986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지역 내 열위 입지에 위치해 있고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대형 평형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(49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평 이상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비중이 약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40%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수요 발굴에 한계 명확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평면 등 상품성 차별화 요소 부재하여 테라스 및 입면 특화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커뮤니티 강화를 통한 브랜드 가치 반영 필요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자이 브랜드 밀집지역의 우호적인 인식을 활용한 마케팅과 셔틀버스 등 인프라 보완책 병행 필요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3547824-B588-86A9-9660-B7C2D389FF4F}"/>
              </a:ext>
            </a:extLst>
          </p:cNvPr>
          <p:cNvGrpSpPr/>
          <p:nvPr/>
        </p:nvGrpSpPr>
        <p:grpSpPr>
          <a:xfrm>
            <a:off x="-2500707" y="868935"/>
            <a:ext cx="2836737" cy="1083061"/>
            <a:chOff x="-2578100" y="1303902"/>
            <a:chExt cx="2836737" cy="108306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BDA89C4-DAF3-4D73-1853-EDFA8801E55B}"/>
                </a:ext>
              </a:extLst>
            </p:cNvPr>
            <p:cNvSpPr/>
            <p:nvPr/>
          </p:nvSpPr>
          <p:spPr>
            <a:xfrm>
              <a:off x="-2578100" y="1303902"/>
              <a:ext cx="2138382" cy="5371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①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입지에 대한 보고자 의견 요약</a:t>
              </a:r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② 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GS-RIS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지역등급 화면 활용 입력</a:t>
              </a:r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84208589-CEBC-D466-98F7-5944EC3B34CE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-439718" y="1572484"/>
              <a:ext cx="698355" cy="814479"/>
            </a:xfrm>
            <a:prstGeom prst="bentConnector2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tailEnd type="oval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D7F644-DAEF-70DC-99C1-454C78AF24BC}"/>
              </a:ext>
            </a:extLst>
          </p:cNvPr>
          <p:cNvGrpSpPr/>
          <p:nvPr/>
        </p:nvGrpSpPr>
        <p:grpSpPr>
          <a:xfrm>
            <a:off x="-2424765" y="4280104"/>
            <a:ext cx="2747415" cy="1241642"/>
            <a:chOff x="-2578100" y="868845"/>
            <a:chExt cx="2747415" cy="124164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47D4CD6-3295-6A3B-2AD8-54D7FC37A7DF}"/>
                </a:ext>
              </a:extLst>
            </p:cNvPr>
            <p:cNvSpPr/>
            <p:nvPr/>
          </p:nvSpPr>
          <p:spPr>
            <a:xfrm>
              <a:off x="-2578100" y="1034481"/>
              <a:ext cx="2138382" cy="10760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작성 요령</a:t>
              </a:r>
              <a:b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① 최고가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최저가 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RIS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단지목록 </a:t>
              </a:r>
              <a:b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② 평균가 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RIS – GIS-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옵션전용면적 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(60~85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선택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 –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지도 데이터내 가구당 가격 확인</a:t>
              </a:r>
            </a:p>
          </p:txBody>
        </p:sp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9FEE44BA-E134-A1D7-90C2-C3403206DBE0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-439718" y="868845"/>
              <a:ext cx="609033" cy="703639"/>
            </a:xfrm>
            <a:prstGeom prst="bentConnector2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tailEnd type="oval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039D282-CFB0-2C6C-3116-74D357F25D93}"/>
              </a:ext>
            </a:extLst>
          </p:cNvPr>
          <p:cNvGrpSpPr/>
          <p:nvPr/>
        </p:nvGrpSpPr>
        <p:grpSpPr>
          <a:xfrm>
            <a:off x="11852922" y="772494"/>
            <a:ext cx="3348978" cy="1280992"/>
            <a:chOff x="-3202510" y="1253597"/>
            <a:chExt cx="3348978" cy="128099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8AF0ED8-715E-A7AC-EDB2-7BAFAA3949AA}"/>
                </a:ext>
              </a:extLst>
            </p:cNvPr>
            <p:cNvSpPr/>
            <p:nvPr/>
          </p:nvSpPr>
          <p:spPr>
            <a:xfrm>
              <a:off x="-2578100" y="1253597"/>
              <a:ext cx="2724568" cy="12574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①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그래프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오각형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데이터편집 클릭</a:t>
              </a:r>
              <a:b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②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적정분양가 산출 </a:t>
              </a:r>
              <a:r>
                <a:rPr lang="ko-KR" altLang="en-US" sz="1000" err="1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평점표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샘플 셀에 </a:t>
              </a:r>
              <a:b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맞춰 복사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&amp;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붙여넣기 </a:t>
              </a:r>
              <a:r>
                <a:rPr lang="ko-KR" altLang="en-US" sz="1000" err="1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실행시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평점 값 자동 계산됨</a:t>
              </a:r>
              <a:b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※ </a:t>
              </a:r>
              <a:r>
                <a:rPr lang="ko-KR" altLang="en-US" sz="1000" err="1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단지명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및 연차 등은 수기 입력 필요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</a:p>
          </p:txBody>
        </p: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6DE7527E-5C0C-D262-F749-04B67842518D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rot="10800000" flipV="1">
              <a:off x="-3202510" y="1882331"/>
              <a:ext cx="624410" cy="652258"/>
            </a:xfrm>
            <a:prstGeom prst="bentConnector2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tailEnd type="oval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2" name="Oval 64">
            <a:extLst>
              <a:ext uri="{FF2B5EF4-FFF2-40B4-BE49-F238E27FC236}">
                <a16:creationId xmlns:a16="http://schemas.microsoft.com/office/drawing/2014/main" id="{1B893BED-29B2-1D21-79FF-5A7DB7D67447}"/>
              </a:ext>
            </a:extLst>
          </p:cNvPr>
          <p:cNvSpPr/>
          <p:nvPr/>
        </p:nvSpPr>
        <p:spPr>
          <a:xfrm>
            <a:off x="7573187" y="4836742"/>
            <a:ext cx="100584" cy="100584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Oval 64">
            <a:extLst>
              <a:ext uri="{FF2B5EF4-FFF2-40B4-BE49-F238E27FC236}">
                <a16:creationId xmlns:a16="http://schemas.microsoft.com/office/drawing/2014/main" id="{68566514-F999-EFF2-A65A-6128A052C452}"/>
              </a:ext>
            </a:extLst>
          </p:cNvPr>
          <p:cNvSpPr/>
          <p:nvPr/>
        </p:nvSpPr>
        <p:spPr>
          <a:xfrm>
            <a:off x="5998387" y="4836742"/>
            <a:ext cx="100584" cy="100584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D5F50B1-002C-9595-3FDB-E82CC96CEBD4}"/>
              </a:ext>
            </a:extLst>
          </p:cNvPr>
          <p:cNvGrpSpPr/>
          <p:nvPr/>
        </p:nvGrpSpPr>
        <p:grpSpPr>
          <a:xfrm>
            <a:off x="11928435" y="4735756"/>
            <a:ext cx="3679411" cy="2289157"/>
            <a:chOff x="-3081549" y="2565437"/>
            <a:chExt cx="3679411" cy="22891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943D884-5D41-5A3B-48D1-D25B106E381D}"/>
                </a:ext>
              </a:extLst>
            </p:cNvPr>
            <p:cNvSpPr/>
            <p:nvPr/>
          </p:nvSpPr>
          <p:spPr>
            <a:xfrm>
              <a:off x="-2578101" y="2609259"/>
              <a:ext cx="3175963" cy="2245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카테고리별 요소</a:t>
              </a:r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①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입지</a:t>
              </a:r>
              <a:b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-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교통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교육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인프라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인문환경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개발계획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등</a:t>
              </a:r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② 수급</a:t>
              </a:r>
              <a:b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-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공급계획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미분양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분양단지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거래동향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분양시점 등</a:t>
              </a:r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③ 브랜드</a:t>
              </a:r>
              <a:b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-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분양에 따른 브랜드 긍정 또는 부정 효과 등</a:t>
              </a:r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endParaRPr lang="en-US" altLang="ko-KR" sz="100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④ 상품</a:t>
              </a:r>
              <a:b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-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평형구성비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평면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 err="1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동배치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조망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주차</a:t>
              </a:r>
              <a:r>
                <a:rPr lang="en-US" altLang="ko-KR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커뮤니티 등</a:t>
              </a:r>
            </a:p>
          </p:txBody>
        </p: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66A8453B-8D9B-D156-668F-AAE5C89CB411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rot="10800000">
              <a:off x="-3081549" y="2565437"/>
              <a:ext cx="503449" cy="1166491"/>
            </a:xfrm>
            <a:prstGeom prst="bentConnector2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tailEnd type="oval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597C3F8-8124-354F-0B9E-F8E5F1C3697B}"/>
              </a:ext>
            </a:extLst>
          </p:cNvPr>
          <p:cNvSpPr txBox="1"/>
          <p:nvPr/>
        </p:nvSpPr>
        <p:spPr>
          <a:xfrm>
            <a:off x="898390" y="5329961"/>
            <a:ext cx="344814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 b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평균</a:t>
            </a:r>
            <a:endParaRPr sz="700" b="0">
              <a:solidFill>
                <a:srgbClr val="00294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81E392-8B64-CA52-8701-B78FCF17B0E2}"/>
              </a:ext>
            </a:extLst>
          </p:cNvPr>
          <p:cNvSpPr txBox="1"/>
          <p:nvPr/>
        </p:nvSpPr>
        <p:spPr>
          <a:xfrm>
            <a:off x="898390" y="5175761"/>
            <a:ext cx="344814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고가</a:t>
            </a:r>
            <a:endParaRPr sz="7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28871-FCC7-8CE2-362C-558F7E26A0B8}"/>
              </a:ext>
            </a:extLst>
          </p:cNvPr>
          <p:cNvSpPr txBox="1"/>
          <p:nvPr/>
        </p:nvSpPr>
        <p:spPr>
          <a:xfrm>
            <a:off x="898390" y="5970931"/>
            <a:ext cx="344814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</a:t>
            </a:r>
            <a:r>
              <a:rPr lang="ko-KR" altLang="en-US" sz="7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</a:t>
            </a:r>
            <a:endParaRPr sz="7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60" name="차트 59">
            <a:extLst>
              <a:ext uri="{FF2B5EF4-FFF2-40B4-BE49-F238E27FC236}">
                <a16:creationId xmlns:a16="http://schemas.microsoft.com/office/drawing/2014/main" id="{C844CA87-2D4F-197A-13E4-3C024153E0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207766"/>
              </p:ext>
            </p:extLst>
          </p:nvPr>
        </p:nvGraphicFramePr>
        <p:xfrm>
          <a:off x="475294" y="4836742"/>
          <a:ext cx="4813715" cy="1738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264D0922-4F4B-5DDF-DECC-99449FC5B2B4}"/>
              </a:ext>
            </a:extLst>
          </p:cNvPr>
          <p:cNvSpPr txBox="1"/>
          <p:nvPr/>
        </p:nvSpPr>
        <p:spPr>
          <a:xfrm>
            <a:off x="553296" y="4237839"/>
            <a:ext cx="4680469" cy="3806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수지구는 신분당선과 수지구청 학원가를 중심으로 위계 형성</a:t>
            </a:r>
            <a:r>
              <a:rPr lang="en-US" altLang="ko-KR" sz="10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br>
              <a:rPr lang="en-US" altLang="ko-KR" sz="10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신봉동은 지역내 선호도 상 하위권에 위치</a:t>
            </a:r>
            <a:endParaRPr sz="1000" dirty="0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884D7D-5B88-2736-D684-FF815A3A5979}"/>
              </a:ext>
            </a:extLst>
          </p:cNvPr>
          <p:cNvSpPr txBox="1"/>
          <p:nvPr/>
        </p:nvSpPr>
        <p:spPr>
          <a:xfrm>
            <a:off x="773808" y="5732005"/>
            <a:ext cx="961071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&lt;</a:t>
            </a:r>
            <a:r>
              <a:rPr lang="ko-KR" altLang="en-US" sz="70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수지구 평균 </a:t>
            </a:r>
            <a:r>
              <a:rPr lang="en-US" altLang="ko-KR" sz="70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10.5</a:t>
            </a:r>
            <a:r>
              <a:rPr lang="ko-KR" altLang="en-US" sz="70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억</a:t>
            </a:r>
            <a:r>
              <a:rPr lang="en-US" altLang="ko-KR" sz="70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&gt;</a:t>
            </a:r>
            <a:endParaRPr sz="70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59B269-9D2F-8D9C-1D1D-8BE041BC29A9}"/>
              </a:ext>
            </a:extLst>
          </p:cNvPr>
          <p:cNvSpPr txBox="1"/>
          <p:nvPr/>
        </p:nvSpPr>
        <p:spPr>
          <a:xfrm>
            <a:off x="753872" y="4857208"/>
            <a:ext cx="1178635" cy="22121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50" b="0">
                <a:latin typeface="Noto Sans KR" panose="020B0200000000000000" pitchFamily="50" charset="-127"/>
                <a:ea typeface="Noto Sans KR" panose="020B0200000000000000" pitchFamily="50" charset="-127"/>
              </a:rPr>
              <a:t>성복역롯데캐슬골드타운</a:t>
            </a:r>
            <a:br>
              <a:rPr lang="en-US" altLang="ko-KR" sz="650" b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50" b="0">
                <a:latin typeface="Noto Sans KR" panose="020B0200000000000000" pitchFamily="50" charset="-127"/>
                <a:ea typeface="Noto Sans KR" panose="020B0200000000000000" pitchFamily="50" charset="-127"/>
              </a:rPr>
              <a:t>[’19</a:t>
            </a:r>
            <a:r>
              <a:rPr lang="en-US" altLang="ko-KR" sz="650">
                <a:latin typeface="Noto Sans KR" panose="020B0200000000000000" pitchFamily="50" charset="-127"/>
                <a:ea typeface="Noto Sans KR" panose="020B0200000000000000" pitchFamily="50" charset="-127"/>
              </a:rPr>
              <a:t>.06,</a:t>
            </a:r>
            <a:r>
              <a:rPr lang="ko-KR" altLang="en-US" sz="65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50">
                <a:latin typeface="Noto Sans KR" panose="020B0200000000000000" pitchFamily="50" charset="-127"/>
                <a:ea typeface="Noto Sans KR" panose="020B0200000000000000" pitchFamily="50" charset="-127"/>
              </a:rPr>
              <a:t>2,356</a:t>
            </a:r>
            <a:r>
              <a:rPr lang="ko-KR" altLang="en-US" sz="650"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5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5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B044D2-A45D-1CC9-3571-C72546E45796}"/>
              </a:ext>
            </a:extLst>
          </p:cNvPr>
          <p:cNvSpPr txBox="1"/>
          <p:nvPr/>
        </p:nvSpPr>
        <p:spPr>
          <a:xfrm>
            <a:off x="1876204" y="4857208"/>
            <a:ext cx="895203" cy="221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650" b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ko-KR" altLang="en-US" sz="650" b="0">
                <a:latin typeface="Noto Sans KR" panose="020B0200000000000000" pitchFamily="50" charset="-127"/>
                <a:ea typeface="Noto Sans KR" panose="020B0200000000000000" pitchFamily="50" charset="-127"/>
              </a:rPr>
              <a:t>편한세상수지</a:t>
            </a:r>
            <a:br>
              <a:rPr lang="en-US" altLang="ko-KR" sz="650" b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50" b="0">
                <a:latin typeface="Noto Sans KR" panose="020B0200000000000000" pitchFamily="50" charset="-127"/>
                <a:ea typeface="Noto Sans KR" panose="020B0200000000000000" pitchFamily="50" charset="-127"/>
              </a:rPr>
              <a:t>[’17</a:t>
            </a:r>
            <a:r>
              <a:rPr lang="en-US" altLang="ko-KR" sz="650">
                <a:latin typeface="Noto Sans KR" panose="020B0200000000000000" pitchFamily="50" charset="-127"/>
                <a:ea typeface="Noto Sans KR" panose="020B0200000000000000" pitchFamily="50" charset="-127"/>
              </a:rPr>
              <a:t>.08,</a:t>
            </a:r>
            <a:r>
              <a:rPr lang="ko-KR" altLang="en-US" sz="65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50">
                <a:latin typeface="Noto Sans KR" panose="020B0200000000000000" pitchFamily="50" charset="-127"/>
                <a:ea typeface="Noto Sans KR" panose="020B0200000000000000" pitchFamily="50" charset="-127"/>
              </a:rPr>
              <a:t>1,237</a:t>
            </a:r>
            <a:r>
              <a:rPr lang="ko-KR" altLang="en-US" sz="650"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5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5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174578-0886-1C7B-FD76-C8BB990A1C73}"/>
              </a:ext>
            </a:extLst>
          </p:cNvPr>
          <p:cNvSpPr txBox="1"/>
          <p:nvPr/>
        </p:nvSpPr>
        <p:spPr>
          <a:xfrm>
            <a:off x="2715104" y="4857208"/>
            <a:ext cx="895203" cy="221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50">
                <a:latin typeface="Noto Sans KR" panose="020B0200000000000000" pitchFamily="50" charset="-127"/>
                <a:ea typeface="Noto Sans KR" panose="020B0200000000000000" pitchFamily="50" charset="-127"/>
              </a:rPr>
              <a:t>동천센트럴자이</a:t>
            </a:r>
            <a:br>
              <a:rPr lang="en-US" altLang="ko-KR" sz="650" b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50" b="0">
                <a:latin typeface="Noto Sans KR" panose="020B0200000000000000" pitchFamily="50" charset="-127"/>
                <a:ea typeface="Noto Sans KR" panose="020B0200000000000000" pitchFamily="50" charset="-127"/>
              </a:rPr>
              <a:t>[’19</a:t>
            </a:r>
            <a:r>
              <a:rPr lang="en-US" altLang="ko-KR" sz="650">
                <a:latin typeface="Noto Sans KR" panose="020B0200000000000000" pitchFamily="50" charset="-127"/>
                <a:ea typeface="Noto Sans KR" panose="020B0200000000000000" pitchFamily="50" charset="-127"/>
              </a:rPr>
              <a:t>.05,</a:t>
            </a:r>
            <a:r>
              <a:rPr lang="ko-KR" altLang="en-US" sz="65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50">
                <a:latin typeface="Noto Sans KR" panose="020B0200000000000000" pitchFamily="50" charset="-127"/>
                <a:ea typeface="Noto Sans KR" panose="020B0200000000000000" pitchFamily="50" charset="-127"/>
              </a:rPr>
              <a:t>1,057</a:t>
            </a:r>
            <a:r>
              <a:rPr lang="ko-KR" altLang="en-US" sz="650"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5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50" b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C261A1-5C0F-FBC1-6542-BD370D532AB9}"/>
              </a:ext>
            </a:extLst>
          </p:cNvPr>
          <p:cNvSpPr txBox="1"/>
          <p:nvPr/>
        </p:nvSpPr>
        <p:spPr>
          <a:xfrm>
            <a:off x="3554004" y="4857208"/>
            <a:ext cx="895203" cy="221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광교자이더클래스</a:t>
            </a:r>
            <a:br>
              <a:rPr lang="en-US" altLang="ko-KR" sz="650" b="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[’12</a:t>
            </a:r>
            <a:r>
              <a:rPr lang="en-US" altLang="ko-KR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.07,</a:t>
            </a:r>
            <a:r>
              <a:rPr lang="ko-KR" altLang="en-US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1,035</a:t>
            </a:r>
            <a:r>
              <a:rPr lang="ko-KR" altLang="en-US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50" b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F9EC756-754D-BA02-5DCA-0A0A409D2F55}"/>
              </a:ext>
            </a:extLst>
          </p:cNvPr>
          <p:cNvSpPr txBox="1"/>
          <p:nvPr/>
        </p:nvSpPr>
        <p:spPr>
          <a:xfrm>
            <a:off x="4392902" y="4857208"/>
            <a:ext cx="895203" cy="221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50" b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서홍마을</a:t>
            </a:r>
            <a:r>
              <a:rPr lang="en-US" altLang="ko-KR" sz="6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6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단지</a:t>
            </a:r>
            <a:br>
              <a:rPr lang="en-US" altLang="ko-KR" sz="650" b="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[’04</a:t>
            </a:r>
            <a:r>
              <a:rPr lang="en-US" altLang="ko-KR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.01,</a:t>
            </a:r>
            <a:r>
              <a:rPr lang="ko-KR" altLang="en-US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388</a:t>
            </a:r>
            <a:r>
              <a:rPr lang="ko-KR" altLang="en-US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50" b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3576BEE-1212-CF88-4151-9377221C792D}"/>
              </a:ext>
            </a:extLst>
          </p:cNvPr>
          <p:cNvSpPr/>
          <p:nvPr/>
        </p:nvSpPr>
        <p:spPr>
          <a:xfrm>
            <a:off x="4333340" y="2237281"/>
            <a:ext cx="134444" cy="13444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5BC4A06-2CE4-BCA9-4E15-00C93CCC4228}"/>
              </a:ext>
            </a:extLst>
          </p:cNvPr>
          <p:cNvSpPr/>
          <p:nvPr/>
        </p:nvSpPr>
        <p:spPr>
          <a:xfrm>
            <a:off x="4818880" y="2490673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640006D-2DF7-13CC-1BA2-99565E199ED1}"/>
              </a:ext>
            </a:extLst>
          </p:cNvPr>
          <p:cNvGrpSpPr/>
          <p:nvPr/>
        </p:nvGrpSpPr>
        <p:grpSpPr>
          <a:xfrm>
            <a:off x="2772832" y="-1122606"/>
            <a:ext cx="2138382" cy="3477782"/>
            <a:chOff x="-2578100" y="1303902"/>
            <a:chExt cx="2138382" cy="3477782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D16CC78-5F6B-DEAA-FE2B-53246F92CD9F}"/>
                </a:ext>
              </a:extLst>
            </p:cNvPr>
            <p:cNvSpPr/>
            <p:nvPr/>
          </p:nvSpPr>
          <p:spPr>
            <a:xfrm>
              <a:off x="-2578100" y="1303902"/>
              <a:ext cx="2138382" cy="5371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첨부 연결 </a:t>
              </a:r>
              <a:br>
                <a:rPr lang="en-US" altLang="ko-KR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- </a:t>
              </a:r>
              <a:r>
                <a:rPr lang="ko-KR" altLang="en-US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설명 필요 </a:t>
              </a:r>
              <a:r>
                <a:rPr lang="en-US" altLang="ko-KR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진한색</a:t>
              </a:r>
              <a:r>
                <a:rPr lang="en-US" altLang="ko-KR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br>
                <a:rPr lang="en-US" altLang="ko-KR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- </a:t>
              </a:r>
              <a:r>
                <a:rPr lang="ko-KR" altLang="en-US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단순 참고 </a:t>
              </a:r>
              <a:r>
                <a:rPr lang="en-US" altLang="ko-KR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연한색</a:t>
              </a:r>
              <a:r>
                <a:rPr lang="en-US" altLang="ko-KR" sz="100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lang="ko-KR" altLang="en-US" sz="1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E90EC539-9326-6100-D246-77006238BCEE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H="1">
              <a:off x="-576952" y="1572484"/>
              <a:ext cx="137234" cy="3209200"/>
            </a:xfrm>
            <a:prstGeom prst="bentConnector4">
              <a:avLst>
                <a:gd name="adj1" fmla="val -60814"/>
                <a:gd name="adj2" fmla="val 99582"/>
              </a:avLst>
            </a:prstGeom>
            <a:solidFill>
              <a:schemeClr val="bg1"/>
            </a:solidFill>
            <a:ln w="9525">
              <a:solidFill>
                <a:srgbClr val="C00000"/>
              </a:solidFill>
              <a:tailEnd type="oval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17719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d2bdc0e-5398-45bc-aa28-8d468ea7222c}" enabled="1" method="Privileged" siteId="{b9f2ea37-332a-432b-b744-ecfc9763abf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542</TotalTime>
  <Words>448</Words>
  <Application>Microsoft Office PowerPoint</Application>
  <PresentationFormat>와이드스크린</PresentationFormat>
  <Paragraphs>79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Noto Sans KR</vt:lpstr>
      <vt:lpstr>Noto Serif KR</vt:lpstr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박준(Park, Joon) 책임/조직개발팀 (jpark@gsenc.com)</dc:creator>
  <cp:lastModifiedBy>임성수(Lim, Seongsu) / 건축·주택마케팅팀(sslim02@gsenc.com)</cp:lastModifiedBy>
  <cp:revision>3</cp:revision>
  <dcterms:created xsi:type="dcterms:W3CDTF">2024-07-10T08:00:59Z</dcterms:created>
  <dcterms:modified xsi:type="dcterms:W3CDTF">2026-08-07T05:05:40Z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d2bdc0e-5398-45bc-aa28-8d468ea7222c_Enabled">
    <vt:lpwstr>true</vt:lpwstr>
  </property>
  <property fmtid="{D5CDD505-2E9C-101B-9397-08002B2CF9AE}" pid="3" name="MSIP_Label_ed2bdc0e-5398-45bc-aa28-8d468ea7222c_SetDate">
    <vt:lpwstr>2024-07-10T08:02:55Z</vt:lpwstr>
  </property>
  <property fmtid="{D5CDD505-2E9C-101B-9397-08002B2CF9AE}" pid="4" name="MSIP_Label_ed2bdc0e-5398-45bc-aa28-8d468ea7222c_Method">
    <vt:lpwstr>Privileged</vt:lpwstr>
  </property>
  <property fmtid="{D5CDD505-2E9C-101B-9397-08002B2CF9AE}" pid="5" name="MSIP_Label_ed2bdc0e-5398-45bc-aa28-8d468ea7222c_Name">
    <vt:lpwstr>공개</vt:lpwstr>
  </property>
  <property fmtid="{D5CDD505-2E9C-101B-9397-08002B2CF9AE}" pid="6" name="MSIP_Label_ed2bdc0e-5398-45bc-aa28-8d468ea7222c_SiteId">
    <vt:lpwstr>b9f2ea37-332a-432b-b744-ecfc9763abfd</vt:lpwstr>
  </property>
  <property fmtid="{D5CDD505-2E9C-101B-9397-08002B2CF9AE}" pid="7" name="MSIP_Label_ed2bdc0e-5398-45bc-aa28-8d468ea7222c_ActionId">
    <vt:lpwstr>6e6cfc2f-cca6-4543-92f7-d7bd7af2527a</vt:lpwstr>
  </property>
  <property fmtid="{D5CDD505-2E9C-101B-9397-08002B2CF9AE}" pid="8" name="MSIP_Label_ed2bdc0e-5398-45bc-aa28-8d468ea7222c_ContentBits">
    <vt:lpwstr>0</vt:lpwstr>
  </property>
</Properties>
</file>